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0"/>
  </p:notesMasterIdLst>
  <p:sldIdLst>
    <p:sldId id="414" r:id="rId2"/>
    <p:sldId id="417" r:id="rId3"/>
    <p:sldId id="416" r:id="rId4"/>
    <p:sldId id="420" r:id="rId5"/>
    <p:sldId id="419" r:id="rId6"/>
    <p:sldId id="423" r:id="rId7"/>
    <p:sldId id="424" r:id="rId8"/>
    <p:sldId id="305" r:id="rId9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GbKxl5ap9L2sVGmMtAAe2g==" hashData="zBprpAvjeJiVUJjEyahC/x2ZlhEa01VO2WcKKNUuRDnzWBesWX1bdIIHd8iTvzJulXXnvk7Doylpy5+tlI2R1Q=="/>
  <p:extLst>
    <p:ext uri="{EFAFB233-063F-42B5-8137-9DF3F51BA10A}">
      <p15:sldGuideLst xmlns:p15="http://schemas.microsoft.com/office/powerpoint/2012/main">
        <p15:guide id="2" orient="horz" pos="1882" userDrawn="1">
          <p15:clr>
            <a:srgbClr val="A4A3A4"/>
          </p15:clr>
        </p15:guide>
        <p15:guide id="3" pos="5120">
          <p15:clr>
            <a:srgbClr val="A4A3A4"/>
          </p15:clr>
        </p15:guide>
        <p15:guide id="4" orient="horz" pos="3651" userDrawn="1">
          <p15:clr>
            <a:srgbClr val="A4A3A4"/>
          </p15:clr>
        </p15:guide>
        <p15:guide id="5" orient="horz" pos="3424" userDrawn="1">
          <p15:clr>
            <a:srgbClr val="A4A3A4"/>
          </p15:clr>
        </p15:guide>
        <p15:guide id="6" orient="horz" pos="3946" userDrawn="1">
          <p15:clr>
            <a:srgbClr val="A4A3A4"/>
          </p15:clr>
        </p15:guide>
        <p15:guide id="7" orient="horz" pos="4468" userDrawn="1">
          <p15:clr>
            <a:srgbClr val="A4A3A4"/>
          </p15:clr>
        </p15:guide>
        <p15:guide id="8" orient="horz" pos="1315" userDrawn="1">
          <p15:clr>
            <a:srgbClr val="A4A3A4"/>
          </p15:clr>
        </p15:guide>
        <p15:guide id="9" orient="horz" pos="1474" userDrawn="1">
          <p15:clr>
            <a:srgbClr val="A4A3A4"/>
          </p15:clr>
        </p15:guide>
        <p15:guide id="10" orient="horz" pos="1383" userDrawn="1">
          <p15:clr>
            <a:srgbClr val="A4A3A4"/>
          </p15:clr>
        </p15:guide>
        <p15:guide id="11" orient="horz" pos="2177" userDrawn="1">
          <p15:clr>
            <a:srgbClr val="A4A3A4"/>
          </p15:clr>
        </p15:guide>
        <p15:guide id="12" orient="horz" pos="2086" userDrawn="1">
          <p15:clr>
            <a:srgbClr val="A4A3A4"/>
          </p15:clr>
        </p15:guide>
        <p15:guide id="13" orient="horz" pos="2631" userDrawn="1">
          <p15:clr>
            <a:srgbClr val="A4A3A4"/>
          </p15:clr>
        </p15:guide>
        <p15:guide id="15" orient="horz" pos="2925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10E4403-C57A-FA72-7A17-E19C3C31E52E}" name="AFREEN FATHIMA" initials="AF" userId="S::afreen.fathima@simplilearn.com::69b391e9-cee5-4a01-9220-615d7d263339" providerId="AD"/>
  <p188:author id="{7D40AC38-2664-05E0-B402-A19237358FE9}" name="Sreelakshmi C V" initials="SCV" userId="S::sreelakshmi.cv@simplilearn.com::9536a640-3660-4b90-8982-e23c8a964739" providerId="AD"/>
  <p188:author id="{588C15A7-FF89-C7B7-461C-387FBB64C37C}" name="Aishwarya B" initials="AB" userId="S::aishwarya.b@simplilearn.com::0867edd5-7bf9-49fb-9002-3cb2c79b09e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97B0"/>
    <a:srgbClr val="024F93"/>
    <a:srgbClr val="3D9CD8"/>
    <a:srgbClr val="A8D3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49" autoAdjust="0"/>
  </p:normalViewPr>
  <p:slideViewPr>
    <p:cSldViewPr snapToGrid="0">
      <p:cViewPr varScale="1">
        <p:scale>
          <a:sx n="43" d="100"/>
          <a:sy n="43" d="100"/>
        </p:scale>
        <p:origin x="1128" y="66"/>
      </p:cViewPr>
      <p:guideLst>
        <p:guide orient="horz" pos="1882"/>
        <p:guide pos="5120"/>
        <p:guide orient="horz" pos="3651"/>
        <p:guide orient="horz" pos="3424"/>
        <p:guide orient="horz" pos="3946"/>
        <p:guide orient="horz" pos="4468"/>
        <p:guide orient="horz" pos="1315"/>
        <p:guide orient="horz" pos="1474"/>
        <p:guide orient="horz" pos="1383"/>
        <p:guide orient="horz" pos="2177"/>
        <p:guide orient="horz" pos="2086"/>
        <p:guide orient="horz" pos="2631"/>
        <p:guide orient="horz" pos="292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FREEN FATHIMA" userId="69b391e9-cee5-4a01-9220-615d7d263339" providerId="ADAL" clId="{1A7800C7-8ABE-4309-BA0C-47477686E40A}"/>
    <pc:docChg chg="undo custSel addSld modSld">
      <pc:chgData name="AFREEN FATHIMA" userId="69b391e9-cee5-4a01-9220-615d7d263339" providerId="ADAL" clId="{1A7800C7-8ABE-4309-BA0C-47477686E40A}" dt="2023-08-25T12:32:21.141" v="184"/>
      <pc:docMkLst>
        <pc:docMk/>
      </pc:docMkLst>
      <pc:sldChg chg="delSp mod modCm">
        <pc:chgData name="AFREEN FATHIMA" userId="69b391e9-cee5-4a01-9220-615d7d263339" providerId="ADAL" clId="{1A7800C7-8ABE-4309-BA0C-47477686E40A}" dt="2023-08-25T12:32:01.221" v="177" actId="478"/>
        <pc:sldMkLst>
          <pc:docMk/>
          <pc:sldMk cId="3445644817" sldId="390"/>
        </pc:sldMkLst>
        <pc:spChg chg="del">
          <ac:chgData name="AFREEN FATHIMA" userId="69b391e9-cee5-4a01-9220-615d7d263339" providerId="ADAL" clId="{1A7800C7-8ABE-4309-BA0C-47477686E40A}" dt="2023-08-25T12:32:01.221" v="177" actId="478"/>
          <ac:spMkLst>
            <pc:docMk/>
            <pc:sldMk cId="3445644817" sldId="390"/>
            <ac:spMk id="6" creationId="{7BF845F2-A99D-2836-90EA-09F5EBAFDF5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AFREEN FATHIMA" userId="69b391e9-cee5-4a01-9220-615d7d263339" providerId="ADAL" clId="{1A7800C7-8ABE-4309-BA0C-47477686E40A}" dt="2023-08-24T06:37:46.639" v="130"/>
              <pc2:cmMkLst xmlns:pc2="http://schemas.microsoft.com/office/powerpoint/2019/9/main/command">
                <pc:docMk/>
                <pc:sldMk cId="3445644817" sldId="390"/>
                <pc2:cmMk id="{27BAC86B-0FD2-4A80-BF40-411F63B518D5}"/>
              </pc2:cmMkLst>
              <pc226:cmRplyChg chg="add">
                <pc226:chgData name="AFREEN FATHIMA" userId="69b391e9-cee5-4a01-9220-615d7d263339" providerId="ADAL" clId="{1A7800C7-8ABE-4309-BA0C-47477686E40A}" dt="2023-08-24T06:37:46.639" v="130"/>
                <pc2:cmRplyMkLst xmlns:pc2="http://schemas.microsoft.com/office/powerpoint/2019/9/main/command">
                  <pc:docMk/>
                  <pc:sldMk cId="3445644817" sldId="390"/>
                  <pc2:cmMk id="{27BAC86B-0FD2-4A80-BF40-411F63B518D5}"/>
                  <pc2:cmRplyMk id="{23CDEEB8-5BFD-480B-A943-EB5FD674D98E}"/>
                </pc2:cmRplyMkLst>
              </pc226:cmRplyChg>
            </pc226:cmChg>
          </p:ext>
        </pc:extLst>
      </pc:sldChg>
      <pc:sldChg chg="delSp mod delCm modCm">
        <pc:chgData name="AFREEN FATHIMA" userId="69b391e9-cee5-4a01-9220-615d7d263339" providerId="ADAL" clId="{1A7800C7-8ABE-4309-BA0C-47477686E40A}" dt="2023-08-25T12:32:21.141" v="184"/>
        <pc:sldMkLst>
          <pc:docMk/>
          <pc:sldMk cId="830118374" sldId="423"/>
        </pc:sldMkLst>
        <pc:spChg chg="del">
          <ac:chgData name="AFREEN FATHIMA" userId="69b391e9-cee5-4a01-9220-615d7d263339" providerId="ADAL" clId="{1A7800C7-8ABE-4309-BA0C-47477686E40A}" dt="2023-08-25T12:32:13.232" v="182" actId="478"/>
          <ac:spMkLst>
            <pc:docMk/>
            <pc:sldMk cId="830118374" sldId="423"/>
            <ac:spMk id="8" creationId="{CB74FE51-91E6-7DDF-9DB6-1567AAE3C11C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AFREEN FATHIMA" userId="69b391e9-cee5-4a01-9220-615d7d263339" providerId="ADAL" clId="{1A7800C7-8ABE-4309-BA0C-47477686E40A}" dt="2023-08-25T12:32:21.141" v="184"/>
              <pc2:cmMkLst xmlns:pc2="http://schemas.microsoft.com/office/powerpoint/2019/9/main/command">
                <pc:docMk/>
                <pc:sldMk cId="830118374" sldId="423"/>
                <pc2:cmMk id="{BBFA81CC-5777-4F5C-BB4E-8BB9DE7D8D28}"/>
              </pc2:cmMkLst>
              <pc226:cmRplyChg chg="add">
                <pc226:chgData name="AFREEN FATHIMA" userId="69b391e9-cee5-4a01-9220-615d7d263339" providerId="ADAL" clId="{1A7800C7-8ABE-4309-BA0C-47477686E40A}" dt="2023-08-24T06:38:34.980" v="131"/>
                <pc2:cmRplyMkLst xmlns:pc2="http://schemas.microsoft.com/office/powerpoint/2019/9/main/command">
                  <pc:docMk/>
                  <pc:sldMk cId="830118374" sldId="423"/>
                  <pc2:cmMk id="{BBFA81CC-5777-4F5C-BB4E-8BB9DE7D8D28}"/>
                  <pc2:cmRplyMk id="{47D3D270-FA97-4558-AF91-DD3B81768A51}"/>
                </pc2:cmRplyMkLst>
              </pc226:cmRplyChg>
            </pc226:cmChg>
          </p:ext>
        </pc:extLst>
      </pc:sldChg>
      <pc:sldChg chg="delSp mod">
        <pc:chgData name="AFREEN FATHIMA" userId="69b391e9-cee5-4a01-9220-615d7d263339" providerId="ADAL" clId="{1A7800C7-8ABE-4309-BA0C-47477686E40A}" dt="2023-08-25T12:32:17.398" v="183" actId="478"/>
        <pc:sldMkLst>
          <pc:docMk/>
          <pc:sldMk cId="1796960446" sldId="424"/>
        </pc:sldMkLst>
        <pc:spChg chg="del">
          <ac:chgData name="AFREEN FATHIMA" userId="69b391e9-cee5-4a01-9220-615d7d263339" providerId="ADAL" clId="{1A7800C7-8ABE-4309-BA0C-47477686E40A}" dt="2023-08-25T12:32:17.398" v="183" actId="478"/>
          <ac:spMkLst>
            <pc:docMk/>
            <pc:sldMk cId="1796960446" sldId="424"/>
            <ac:spMk id="4" creationId="{D9F23651-0AD9-E2E7-F143-8568E5A0BBA0}"/>
          </ac:spMkLst>
        </pc:spChg>
      </pc:sldChg>
      <pc:sldChg chg="delSp modSp mod">
        <pc:chgData name="AFREEN FATHIMA" userId="69b391e9-cee5-4a01-9220-615d7d263339" providerId="ADAL" clId="{1A7800C7-8ABE-4309-BA0C-47477686E40A}" dt="2023-08-25T12:29:30.634" v="175" actId="478"/>
        <pc:sldMkLst>
          <pc:docMk/>
          <pc:sldMk cId="1225340083" sldId="427"/>
        </pc:sldMkLst>
        <pc:spChg chg="del mod">
          <ac:chgData name="AFREEN FATHIMA" userId="69b391e9-cee5-4a01-9220-615d7d263339" providerId="ADAL" clId="{1A7800C7-8ABE-4309-BA0C-47477686E40A}" dt="2023-08-25T12:29:30.634" v="175" actId="478"/>
          <ac:spMkLst>
            <pc:docMk/>
            <pc:sldMk cId="1225340083" sldId="427"/>
            <ac:spMk id="4" creationId="{089DCB64-DF31-7EFA-D712-501C488DFEE2}"/>
          </ac:spMkLst>
        </pc:spChg>
      </pc:sldChg>
      <pc:sldChg chg="delSp modSp mod modCm modNotesTx">
        <pc:chgData name="AFREEN FATHIMA" userId="69b391e9-cee5-4a01-9220-615d7d263339" providerId="ADAL" clId="{1A7800C7-8ABE-4309-BA0C-47477686E40A}" dt="2023-08-25T12:32:05.986" v="179" actId="478"/>
        <pc:sldMkLst>
          <pc:docMk/>
          <pc:sldMk cId="848197713" sldId="429"/>
        </pc:sldMkLst>
        <pc:spChg chg="del mod">
          <ac:chgData name="AFREEN FATHIMA" userId="69b391e9-cee5-4a01-9220-615d7d263339" providerId="ADAL" clId="{1A7800C7-8ABE-4309-BA0C-47477686E40A}" dt="2023-08-25T12:32:05.986" v="179" actId="478"/>
          <ac:spMkLst>
            <pc:docMk/>
            <pc:sldMk cId="848197713" sldId="429"/>
            <ac:spMk id="6" creationId="{7BF845F2-A99D-2836-90EA-09F5EBAFDF5A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">
              <pc226:chgData name="AFREEN FATHIMA" userId="69b391e9-cee5-4a01-9220-615d7d263339" providerId="ADAL" clId="{1A7800C7-8ABE-4309-BA0C-47477686E40A}" dt="2023-08-24T06:25:26.698" v="4"/>
              <pc2:cmMkLst xmlns:pc2="http://schemas.microsoft.com/office/powerpoint/2019/9/main/command">
                <pc:docMk/>
                <pc:sldMk cId="848197713" sldId="429"/>
                <pc2:cmMk id="{FDCBBF87-481B-407F-9EFF-2265FBB077AA}"/>
              </pc2:cmMkLst>
              <pc226:cmRplyChg chg="add">
                <pc226:chgData name="AFREEN FATHIMA" userId="69b391e9-cee5-4a01-9220-615d7d263339" providerId="ADAL" clId="{1A7800C7-8ABE-4309-BA0C-47477686E40A}" dt="2023-08-24T06:25:26.698" v="4"/>
                <pc2:cmRplyMkLst xmlns:pc2="http://schemas.microsoft.com/office/powerpoint/2019/9/main/command">
                  <pc:docMk/>
                  <pc:sldMk cId="848197713" sldId="429"/>
                  <pc2:cmMk id="{FDCBBF87-481B-407F-9EFF-2265FBB077AA}"/>
                  <pc2:cmRplyMk id="{6C0A68F1-58AD-4A90-87DE-D525A4F4FC87}"/>
                </pc2:cmRplyMkLst>
              </pc226:cmRplyChg>
            </pc226:cmChg>
          </p:ext>
        </pc:extLst>
      </pc:sldChg>
      <pc:sldChg chg="delSp modSp mod">
        <pc:chgData name="AFREEN FATHIMA" userId="69b391e9-cee5-4a01-9220-615d7d263339" providerId="ADAL" clId="{1A7800C7-8ABE-4309-BA0C-47477686E40A}" dt="2023-08-25T12:32:07.610" v="181" actId="478"/>
        <pc:sldMkLst>
          <pc:docMk/>
          <pc:sldMk cId="2903278768" sldId="430"/>
        </pc:sldMkLst>
        <pc:spChg chg="del mod">
          <ac:chgData name="AFREEN FATHIMA" userId="69b391e9-cee5-4a01-9220-615d7d263339" providerId="ADAL" clId="{1A7800C7-8ABE-4309-BA0C-47477686E40A}" dt="2023-08-25T12:32:07.610" v="181" actId="478"/>
          <ac:spMkLst>
            <pc:docMk/>
            <pc:sldMk cId="2903278768" sldId="430"/>
            <ac:spMk id="6" creationId="{7BF845F2-A99D-2836-90EA-09F5EBAFDF5A}"/>
          </ac:spMkLst>
        </pc:spChg>
      </pc:sldChg>
      <pc:sldChg chg="addSp delSp modSp add mod delAnim modAnim modNotesTx">
        <pc:chgData name="AFREEN FATHIMA" userId="69b391e9-cee5-4a01-9220-615d7d263339" providerId="ADAL" clId="{1A7800C7-8ABE-4309-BA0C-47477686E40A}" dt="2023-08-25T12:29:34.922" v="176" actId="478"/>
        <pc:sldMkLst>
          <pc:docMk/>
          <pc:sldMk cId="2371340220" sldId="431"/>
        </pc:sldMkLst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2" creationId="{97B14CEB-76F6-8181-E1D0-5DD8E5F7856B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5" creationId="{573D51E7-76F4-4572-CD7A-A18749CD9A08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6" creationId="{781136A8-FC20-FE27-376F-29632C793FBA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7" creationId="{E47E1B99-0C0A-CA65-BFC5-BEF3EC52556D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9" creationId="{7881E4C4-EEC5-9CA4-9B4C-4EC2C5B25089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10" creationId="{28AEA857-5A60-FF6C-F556-BCF31679A7C8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11" creationId="{03F1D390-A829-8F44-9A32-95FD3410221E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12" creationId="{598CEEDB-ACED-CE92-EFC0-742FB0B961F5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13" creationId="{7776D046-BBD7-C6D2-8A6E-7A960BD7AFF1}"/>
          </ac:spMkLst>
        </pc:spChg>
        <pc:spChg chg="add mod">
          <ac:chgData name="AFREEN FATHIMA" userId="69b391e9-cee5-4a01-9220-615d7d263339" providerId="ADAL" clId="{1A7800C7-8ABE-4309-BA0C-47477686E40A}" dt="2023-08-24T06:34:50.064" v="123" actId="2711"/>
          <ac:spMkLst>
            <pc:docMk/>
            <pc:sldMk cId="2371340220" sldId="431"/>
            <ac:spMk id="14" creationId="{871433DF-0ADA-0F92-70FD-D3B81982E829}"/>
          </ac:spMkLst>
        </pc:spChg>
        <pc:spChg chg="add del mod">
          <ac:chgData name="AFREEN FATHIMA" userId="69b391e9-cee5-4a01-9220-615d7d263339" providerId="ADAL" clId="{1A7800C7-8ABE-4309-BA0C-47477686E40A}" dt="2023-08-24T06:32:59.568" v="80" actId="478"/>
          <ac:spMkLst>
            <pc:docMk/>
            <pc:sldMk cId="2371340220" sldId="431"/>
            <ac:spMk id="15" creationId="{CDC7A25A-2AFF-1827-E84A-04E0C174A62F}"/>
          </ac:spMkLst>
        </pc:spChg>
        <pc:spChg chg="add del mod">
          <ac:chgData name="AFREEN FATHIMA" userId="69b391e9-cee5-4a01-9220-615d7d263339" providerId="ADAL" clId="{1A7800C7-8ABE-4309-BA0C-47477686E40A}" dt="2023-08-24T06:33:01.586" v="81" actId="478"/>
          <ac:spMkLst>
            <pc:docMk/>
            <pc:sldMk cId="2371340220" sldId="431"/>
            <ac:spMk id="16" creationId="{5CB80E75-26F9-B2FA-22A1-084EEE170E8A}"/>
          </ac:spMkLst>
        </pc:spChg>
        <pc:spChg chg="mod">
          <ac:chgData name="AFREEN FATHIMA" userId="69b391e9-cee5-4a01-9220-615d7d263339" providerId="ADAL" clId="{1A7800C7-8ABE-4309-BA0C-47477686E40A}" dt="2023-08-24T06:31:53.243" v="19"/>
          <ac:spMkLst>
            <pc:docMk/>
            <pc:sldMk cId="2371340220" sldId="431"/>
            <ac:spMk id="18" creationId="{E9237077-00BD-9D7C-C8AB-3BBF9D0A9A78}"/>
          </ac:spMkLst>
        </pc:spChg>
        <pc:spChg chg="mod">
          <ac:chgData name="AFREEN FATHIMA" userId="69b391e9-cee5-4a01-9220-615d7d263339" providerId="ADAL" clId="{1A7800C7-8ABE-4309-BA0C-47477686E40A}" dt="2023-08-24T06:31:53.243" v="19"/>
          <ac:spMkLst>
            <pc:docMk/>
            <pc:sldMk cId="2371340220" sldId="431"/>
            <ac:spMk id="19" creationId="{6D22809A-525B-7F46-1728-0D3ECAEA31CA}"/>
          </ac:spMkLst>
        </pc:spChg>
        <pc:spChg chg="add del mod">
          <ac:chgData name="AFREEN FATHIMA" userId="69b391e9-cee5-4a01-9220-615d7d263339" providerId="ADAL" clId="{1A7800C7-8ABE-4309-BA0C-47477686E40A}" dt="2023-08-25T12:29:34.922" v="176" actId="478"/>
          <ac:spMkLst>
            <pc:docMk/>
            <pc:sldMk cId="2371340220" sldId="431"/>
            <ac:spMk id="20" creationId="{4E2F37A4-6D15-2C45-4B83-F899C2E58ACA}"/>
          </ac:spMkLst>
        </pc:spChg>
        <pc:spChg chg="del">
          <ac:chgData name="AFREEN FATHIMA" userId="69b391e9-cee5-4a01-9220-615d7d263339" providerId="ADAL" clId="{1A7800C7-8ABE-4309-BA0C-47477686E40A}" dt="2023-08-24T06:30:16.258" v="18" actId="478"/>
          <ac:spMkLst>
            <pc:docMk/>
            <pc:sldMk cId="2371340220" sldId="431"/>
            <ac:spMk id="320" creationId="{A60C79F3-4182-D5D6-4A17-8347458963DF}"/>
          </ac:spMkLst>
        </pc:spChg>
        <pc:spChg chg="mod">
          <ac:chgData name="AFREEN FATHIMA" userId="69b391e9-cee5-4a01-9220-615d7d263339" providerId="ADAL" clId="{1A7800C7-8ABE-4309-BA0C-47477686E40A}" dt="2023-08-24T06:29:59.747" v="17"/>
          <ac:spMkLst>
            <pc:docMk/>
            <pc:sldMk cId="2371340220" sldId="431"/>
            <ac:spMk id="341" creationId="{00000000-0000-0000-0000-000000000000}"/>
          </ac:spMkLst>
        </pc:spChg>
        <pc:spChg chg="mod">
          <ac:chgData name="AFREEN FATHIMA" userId="69b391e9-cee5-4a01-9220-615d7d263339" providerId="ADAL" clId="{1A7800C7-8ABE-4309-BA0C-47477686E40A}" dt="2023-08-24T06:36:13.403" v="127" actId="207"/>
          <ac:spMkLst>
            <pc:docMk/>
            <pc:sldMk cId="2371340220" sldId="431"/>
            <ac:spMk id="343" creationId="{00000000-0000-0000-0000-000000000000}"/>
          </ac:spMkLst>
        </pc:spChg>
        <pc:grpChg chg="add del mod">
          <ac:chgData name="AFREEN FATHIMA" userId="69b391e9-cee5-4a01-9220-615d7d263339" providerId="ADAL" clId="{1A7800C7-8ABE-4309-BA0C-47477686E40A}" dt="2023-08-24T06:33:15.338" v="83" actId="478"/>
          <ac:grpSpMkLst>
            <pc:docMk/>
            <pc:sldMk cId="2371340220" sldId="431"/>
            <ac:grpSpMk id="17" creationId="{779B6F47-E8FD-2929-C163-482A8BC0E0B1}"/>
          </ac:grpSpMkLst>
        </pc:grpChg>
        <pc:grpChg chg="del">
          <ac:chgData name="AFREEN FATHIMA" userId="69b391e9-cee5-4a01-9220-615d7d263339" providerId="ADAL" clId="{1A7800C7-8ABE-4309-BA0C-47477686E40A}" dt="2023-08-24T06:30:16.258" v="18" actId="478"/>
          <ac:grpSpMkLst>
            <pc:docMk/>
            <pc:sldMk cId="2371340220" sldId="431"/>
            <ac:grpSpMk id="321" creationId="{2CF3F7FA-5151-23D5-3C5E-4C71D0B15CB2}"/>
          </ac:grpSpMkLst>
        </pc:grpChg>
      </pc:sldChg>
    </pc:docChg>
  </pc:docChgLst>
  <pc:docChgLst>
    <pc:chgData name="Aishwarya B" userId="0867edd5-7bf9-49fb-9002-3cb2c79b09e0" providerId="ADAL" clId="{18899B3B-B5E6-4578-BFB6-A043FA747AF1}"/>
    <pc:docChg chg="modSld">
      <pc:chgData name="Aishwarya B" userId="0867edd5-7bf9-49fb-9002-3cb2c79b09e0" providerId="ADAL" clId="{18899B3B-B5E6-4578-BFB6-A043FA747AF1}" dt="2023-08-24T11:48:03.038" v="99" actId="2"/>
      <pc:docMkLst>
        <pc:docMk/>
      </pc:docMkLst>
      <pc:sldChg chg="modSp mod addCm delCm">
        <pc:chgData name="Aishwarya B" userId="0867edd5-7bf9-49fb-9002-3cb2c79b09e0" providerId="ADAL" clId="{18899B3B-B5E6-4578-BFB6-A043FA747AF1}" dt="2023-08-24T11:41:46.667" v="28"/>
        <pc:sldMkLst>
          <pc:docMk/>
          <pc:sldMk cId="3445644817" sldId="390"/>
        </pc:sldMkLst>
        <pc:spChg chg="mod">
          <ac:chgData name="Aishwarya B" userId="0867edd5-7bf9-49fb-9002-3cb2c79b09e0" providerId="ADAL" clId="{18899B3B-B5E6-4578-BFB6-A043FA747AF1}" dt="2023-08-24T11:39:16.237" v="9" actId="1036"/>
          <ac:spMkLst>
            <pc:docMk/>
            <pc:sldMk cId="3445644817" sldId="390"/>
            <ac:spMk id="2" creationId="{D2A54E63-0E95-6417-6E04-F20E6F17AEB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Aishwarya B" userId="0867edd5-7bf9-49fb-9002-3cb2c79b09e0" providerId="ADAL" clId="{18899B3B-B5E6-4578-BFB6-A043FA747AF1}" dt="2023-08-24T11:41:46.667" v="28"/>
              <pc2:cmMkLst xmlns:pc2="http://schemas.microsoft.com/office/powerpoint/2019/9/main/command">
                <pc:docMk/>
                <pc:sldMk cId="3445644817" sldId="390"/>
                <pc2:cmMk id="{27BAC86B-0FD2-4A80-BF40-411F63B518D5}"/>
              </pc2:cmMkLst>
            </pc226:cmChg>
          </p:ext>
        </pc:extLst>
      </pc:sldChg>
      <pc:sldChg chg="modSp mod">
        <pc:chgData name="Aishwarya B" userId="0867edd5-7bf9-49fb-9002-3cb2c79b09e0" providerId="ADAL" clId="{18899B3B-B5E6-4578-BFB6-A043FA747AF1}" dt="2023-08-24T11:48:03.038" v="99" actId="2"/>
        <pc:sldMkLst>
          <pc:docMk/>
          <pc:sldMk cId="1371074627" sldId="422"/>
        </pc:sldMkLst>
        <pc:spChg chg="mod">
          <ac:chgData name="Aishwarya B" userId="0867edd5-7bf9-49fb-9002-3cb2c79b09e0" providerId="ADAL" clId="{18899B3B-B5E6-4578-BFB6-A043FA747AF1}" dt="2023-08-24T11:48:02.218" v="98" actId="2"/>
          <ac:spMkLst>
            <pc:docMk/>
            <pc:sldMk cId="1371074627" sldId="422"/>
            <ac:spMk id="341" creationId="{00000000-0000-0000-0000-000000000000}"/>
          </ac:spMkLst>
        </pc:spChg>
        <pc:spChg chg="mod">
          <ac:chgData name="Aishwarya B" userId="0867edd5-7bf9-49fb-9002-3cb2c79b09e0" providerId="ADAL" clId="{18899B3B-B5E6-4578-BFB6-A043FA747AF1}" dt="2023-08-24T11:48:03.038" v="99" actId="2"/>
          <ac:spMkLst>
            <pc:docMk/>
            <pc:sldMk cId="1371074627" sldId="422"/>
            <ac:spMk id="343" creationId="{00000000-0000-0000-0000-000000000000}"/>
          </ac:spMkLst>
        </pc:spChg>
      </pc:sldChg>
      <pc:sldChg chg="addCm">
        <pc:chgData name="Aishwarya B" userId="0867edd5-7bf9-49fb-9002-3cb2c79b09e0" providerId="ADAL" clId="{18899B3B-B5E6-4578-BFB6-A043FA747AF1}" dt="2023-08-23T17:37:25.694" v="4"/>
        <pc:sldMkLst>
          <pc:docMk/>
          <pc:sldMk cId="830118374" sldId="423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">
              <pc226:chgData name="Aishwarya B" userId="0867edd5-7bf9-49fb-9002-3cb2c79b09e0" providerId="ADAL" clId="{18899B3B-B5E6-4578-BFB6-A043FA747AF1}" dt="2023-08-23T17:37:25.694" v="4"/>
              <pc2:cmMkLst xmlns:pc2="http://schemas.microsoft.com/office/powerpoint/2019/9/main/command">
                <pc:docMk/>
                <pc:sldMk cId="830118374" sldId="423"/>
                <pc2:cmMk id="{BBFA81CC-5777-4F5C-BB4E-8BB9DE7D8D28}"/>
              </pc2:cmMkLst>
            </pc226:cmChg>
          </p:ext>
        </pc:extLst>
      </pc:sldChg>
      <pc:sldChg chg="addCm delCm modNotesTx">
        <pc:chgData name="Aishwarya B" userId="0867edd5-7bf9-49fb-9002-3cb2c79b09e0" providerId="ADAL" clId="{18899B3B-B5E6-4578-BFB6-A043FA747AF1}" dt="2023-08-24T11:47:47.273" v="97"/>
        <pc:sldMkLst>
          <pc:docMk/>
          <pc:sldMk cId="3739342267" sldId="426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add del">
              <pc226:chgData name="Aishwarya B" userId="0867edd5-7bf9-49fb-9002-3cb2c79b09e0" providerId="ADAL" clId="{18899B3B-B5E6-4578-BFB6-A043FA747AF1}" dt="2023-08-24T11:47:47.273" v="97"/>
              <pc2:cmMkLst xmlns:pc2="http://schemas.microsoft.com/office/powerpoint/2019/9/main/command">
                <pc:docMk/>
                <pc:sldMk cId="3739342267" sldId="426"/>
                <pc2:cmMk id="{66929457-7298-4D9F-9232-EA269DAE0D50}"/>
              </pc2:cmMkLst>
            </pc226:cmChg>
          </p:ext>
        </pc:extLst>
      </pc:sldChg>
      <pc:sldChg chg="modSp mod addCm delCm modCm modNotesTx">
        <pc:chgData name="Aishwarya B" userId="0867edd5-7bf9-49fb-9002-3cb2c79b09e0" providerId="ADAL" clId="{18899B3B-B5E6-4578-BFB6-A043FA747AF1}" dt="2023-08-24T11:43:12.506" v="63"/>
        <pc:sldMkLst>
          <pc:docMk/>
          <pc:sldMk cId="848197713" sldId="429"/>
        </pc:sldMkLst>
        <pc:spChg chg="mod">
          <ac:chgData name="Aishwarya B" userId="0867edd5-7bf9-49fb-9002-3cb2c79b09e0" providerId="ADAL" clId="{18899B3B-B5E6-4578-BFB6-A043FA747AF1}" dt="2023-08-24T11:39:42.769" v="18" actId="1035"/>
          <ac:spMkLst>
            <pc:docMk/>
            <pc:sldMk cId="848197713" sldId="429"/>
            <ac:spMk id="2" creationId="{D2A54E63-0E95-6417-6E04-F20E6F17AEBD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add del mod">
              <pc226:chgData name="Aishwarya B" userId="0867edd5-7bf9-49fb-9002-3cb2c79b09e0" providerId="ADAL" clId="{18899B3B-B5E6-4578-BFB6-A043FA747AF1}" dt="2023-08-24T11:43:12.506" v="63"/>
              <pc2:cmMkLst xmlns:pc2="http://schemas.microsoft.com/office/powerpoint/2019/9/main/command">
                <pc:docMk/>
                <pc:sldMk cId="848197713" sldId="429"/>
                <pc2:cmMk id="{FDCBBF87-481B-407F-9EFF-2265FBB077AA}"/>
              </pc2:cmMkLst>
            </pc226:cmChg>
          </p:ext>
        </pc:extLst>
      </pc:sldChg>
      <pc:sldChg chg="modSp mod">
        <pc:chgData name="Aishwarya B" userId="0867edd5-7bf9-49fb-9002-3cb2c79b09e0" providerId="ADAL" clId="{18899B3B-B5E6-4578-BFB6-A043FA747AF1}" dt="2023-08-24T11:39:55.033" v="27" actId="1036"/>
        <pc:sldMkLst>
          <pc:docMk/>
          <pc:sldMk cId="2903278768" sldId="430"/>
        </pc:sldMkLst>
        <pc:spChg chg="mod">
          <ac:chgData name="Aishwarya B" userId="0867edd5-7bf9-49fb-9002-3cb2c79b09e0" providerId="ADAL" clId="{18899B3B-B5E6-4578-BFB6-A043FA747AF1}" dt="2023-08-24T11:39:55.033" v="27" actId="1036"/>
          <ac:spMkLst>
            <pc:docMk/>
            <pc:sldMk cId="2903278768" sldId="430"/>
            <ac:spMk id="2" creationId="{D2A54E63-0E95-6417-6E04-F20E6F17AEBD}"/>
          </ac:spMkLst>
        </pc:spChg>
      </pc:sldChg>
    </pc:docChg>
  </pc:docChgLst>
  <pc:docChgLst>
    <pc:chgData name="Athresh PS" userId="6aaba706-7cac-4f49-bd78-392633c5ba9f" providerId="ADAL" clId="{85FC7A04-8740-4A44-82C7-6A6929D21460}"/>
    <pc:docChg chg="modSld">
      <pc:chgData name="Athresh PS" userId="6aaba706-7cac-4f49-bd78-392633c5ba9f" providerId="ADAL" clId="{85FC7A04-8740-4A44-82C7-6A6929D21460}" dt="2023-12-21T06:19:03.703" v="2" actId="20577"/>
      <pc:docMkLst>
        <pc:docMk/>
      </pc:docMkLst>
      <pc:sldChg chg="modSp mod">
        <pc:chgData name="Athresh PS" userId="6aaba706-7cac-4f49-bd78-392633c5ba9f" providerId="ADAL" clId="{85FC7A04-8740-4A44-82C7-6A6929D21460}" dt="2023-12-21T06:19:03.703" v="2" actId="20577"/>
        <pc:sldMkLst>
          <pc:docMk/>
          <pc:sldMk cId="448157049" sldId="416"/>
        </pc:sldMkLst>
        <pc:spChg chg="mod">
          <ac:chgData name="Athresh PS" userId="6aaba706-7cac-4f49-bd78-392633c5ba9f" providerId="ADAL" clId="{85FC7A04-8740-4A44-82C7-6A6929D21460}" dt="2023-12-21T06:19:03.703" v="2" actId="20577"/>
          <ac:spMkLst>
            <pc:docMk/>
            <pc:sldMk cId="448157049" sldId="416"/>
            <ac:spMk id="11" creationId="{1BE1385E-01D3-3F1A-B7AD-F0EB9D4FE0CC}"/>
          </ac:spMkLst>
        </pc:spChg>
        <pc:spChg chg="mod">
          <ac:chgData name="Athresh PS" userId="6aaba706-7cac-4f49-bd78-392633c5ba9f" providerId="ADAL" clId="{85FC7A04-8740-4A44-82C7-6A6929D21460}" dt="2023-12-21T06:18:57.792" v="1" actId="14100"/>
          <ac:spMkLst>
            <pc:docMk/>
            <pc:sldMk cId="448157049" sldId="416"/>
            <ac:spMk id="16" creationId="{1B7F007C-D9E4-3CE7-ECB9-F3307D0BF88B}"/>
          </ac:spMkLst>
        </pc:spChg>
      </pc:sldChg>
      <pc:sldChg chg="modSp mod">
        <pc:chgData name="Athresh PS" userId="6aaba706-7cac-4f49-bd78-392633c5ba9f" providerId="ADAL" clId="{85FC7A04-8740-4A44-82C7-6A6929D21460}" dt="2023-12-21T06:18:54.248" v="0" actId="14100"/>
        <pc:sldMkLst>
          <pc:docMk/>
          <pc:sldMk cId="380278708" sldId="417"/>
        </pc:sldMkLst>
        <pc:spChg chg="mod">
          <ac:chgData name="Athresh PS" userId="6aaba706-7cac-4f49-bd78-392633c5ba9f" providerId="ADAL" clId="{85FC7A04-8740-4A44-82C7-6A6929D21460}" dt="2023-12-21T06:18:54.248" v="0" actId="14100"/>
          <ac:spMkLst>
            <pc:docMk/>
            <pc:sldMk cId="380278708" sldId="417"/>
            <ac:spMk id="4" creationId="{76354813-1A6D-66C9-210D-9F2F27C0DEA5}"/>
          </ac:spMkLst>
        </pc:spChg>
      </pc:sldChg>
    </pc:docChg>
  </pc:docChgLst>
  <pc:docChgLst>
    <pc:chgData name="Aishwarya B" userId="0867edd5-7bf9-49fb-9002-3cb2c79b09e0" providerId="ADAL" clId="{85A90156-094D-4E07-AE6D-487D783A77C3}"/>
    <pc:docChg chg="modSld">
      <pc:chgData name="Aishwarya B" userId="0867edd5-7bf9-49fb-9002-3cb2c79b09e0" providerId="ADAL" clId="{85A90156-094D-4E07-AE6D-487D783A77C3}" dt="2023-12-20T09:02:21.917" v="0" actId="20577"/>
      <pc:docMkLst>
        <pc:docMk/>
      </pc:docMkLst>
      <pc:sldChg chg="modSp mod">
        <pc:chgData name="Aishwarya B" userId="0867edd5-7bf9-49fb-9002-3cb2c79b09e0" providerId="ADAL" clId="{85A90156-094D-4E07-AE6D-487D783A77C3}" dt="2023-12-20T09:02:21.917" v="0" actId="20577"/>
        <pc:sldMkLst>
          <pc:docMk/>
          <pc:sldMk cId="380278708" sldId="417"/>
        </pc:sldMkLst>
        <pc:spChg chg="mod">
          <ac:chgData name="Aishwarya B" userId="0867edd5-7bf9-49fb-9002-3cb2c79b09e0" providerId="ADAL" clId="{85A90156-094D-4E07-AE6D-487D783A77C3}" dt="2023-12-20T09:02:21.917" v="0" actId="20577"/>
          <ac:spMkLst>
            <pc:docMk/>
            <pc:sldMk cId="380278708" sldId="417"/>
            <ac:spMk id="2" creationId="{CA1E18F2-7BAA-8095-CBC0-2578E56887BD}"/>
          </ac:spMkLst>
        </pc:spChg>
      </pc:sldChg>
    </pc:docChg>
  </pc:docChgLst>
  <pc:docChgLst>
    <pc:chgData name="Shardula Biswas" userId="e390eec2-90b7-4cd3-b874-9ba785b8a69a" providerId="ADAL" clId="{2F7F0303-FC3C-45F5-B55F-90892C5E9D3E}"/>
    <pc:docChg chg="modSld">
      <pc:chgData name="Shardula Biswas" userId="e390eec2-90b7-4cd3-b874-9ba785b8a69a" providerId="ADAL" clId="{2F7F0303-FC3C-45F5-B55F-90892C5E9D3E}" dt="2023-08-25T08:42:21.734" v="3" actId="20577"/>
      <pc:docMkLst>
        <pc:docMk/>
      </pc:docMkLst>
      <pc:sldChg chg="modSp mod">
        <pc:chgData name="Shardula Biswas" userId="e390eec2-90b7-4cd3-b874-9ba785b8a69a" providerId="ADAL" clId="{2F7F0303-FC3C-45F5-B55F-90892C5E9D3E}" dt="2023-08-25T08:42:21.734" v="3" actId="20577"/>
        <pc:sldMkLst>
          <pc:docMk/>
          <pc:sldMk cId="3445644817" sldId="390"/>
        </pc:sldMkLst>
        <pc:spChg chg="mod">
          <ac:chgData name="Shardula Biswas" userId="e390eec2-90b7-4cd3-b874-9ba785b8a69a" providerId="ADAL" clId="{2F7F0303-FC3C-45F5-B55F-90892C5E9D3E}" dt="2023-08-25T08:42:21.734" v="3" actId="20577"/>
          <ac:spMkLst>
            <pc:docMk/>
            <pc:sldMk cId="3445644817" sldId="390"/>
            <ac:spMk id="7" creationId="{BB66C844-CBD2-7653-CE54-8989A5D9F75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481794-B535-4C48-BBE8-526578888544}" type="datetimeFigureOut">
              <a:rPr lang="en-US" smtClean="0"/>
              <a:t>12/21/2023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C900C1-7326-4B4D-9C4E-22E7230B62C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147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p6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73" name="Google Shape;673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5663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7d92b845a2_0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77" name="Google Shape;677;g7d92b845a2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92074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87" name="Google Shape;6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97381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7d92b845a2_0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77" name="Google Shape;677;g7d92b845a2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9818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87" name="Google Shape;6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99666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7d92b845a2_0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77" name="Google Shape;677;g7d92b845a2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98922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dirty="0"/>
          </a:p>
        </p:txBody>
      </p:sp>
      <p:sp>
        <p:nvSpPr>
          <p:cNvPr id="687" name="Google Shape;68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696642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71" name="Google Shape;771;p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74630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urse Na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18;p22">
            <a:extLst>
              <a:ext uri="{FF2B5EF4-FFF2-40B4-BE49-F238E27FC236}">
                <a16:creationId xmlns:a16="http://schemas.microsoft.com/office/drawing/2014/main" id="{7B4145C4-EE9A-4056-4B60-0881CACD019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;p23">
            <a:extLst>
              <a:ext uri="{FF2B5EF4-FFF2-40B4-BE49-F238E27FC236}">
                <a16:creationId xmlns:a16="http://schemas.microsoft.com/office/drawing/2014/main" id="{CE57947D-DBAC-21DB-73BE-F78F1726973A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91628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 Name" preserve="1" userDrawn="1">
  <p:cSld name="Lesson Nam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2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4;p23">
            <a:extLst>
              <a:ext uri="{FF2B5EF4-FFF2-40B4-BE49-F238E27FC236}">
                <a16:creationId xmlns:a16="http://schemas.microsoft.com/office/drawing/2014/main" id="{0FE0BEE1-B2B3-D8AE-8B21-7B4BAC91C14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653386" y="4114800"/>
            <a:ext cx="7835706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lvl="0" indent="0" algn="ctr">
              <a:lnSpc>
                <a:spcPct val="114000"/>
              </a:lnSpc>
              <a:spcBef>
                <a:spcPts val="100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800" b="1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99189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ou Already Know" preserve="1" userDrawn="1">
  <p:cSld name="You Already Know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24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24"/>
          <p:cNvSpPr/>
          <p:nvPr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45805213-5148-C374-0B6A-FBC7DF66B8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/>
            </a:pPr>
            <a:endParaRPr/>
          </a:p>
        </p:txBody>
      </p:sp>
      <p:sp>
        <p:nvSpPr>
          <p:cNvPr id="5" name="Google Shape;73;p29">
            <a:extLst>
              <a:ext uri="{FF2B5EF4-FFF2-40B4-BE49-F238E27FC236}">
                <a16:creationId xmlns:a16="http://schemas.microsoft.com/office/drawing/2014/main" id="{A329659F-8931-D1BF-F644-B58CEC7A819F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9249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5120">
          <p15:clr>
            <a:srgbClr val="00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You_already_kn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26;p24">
            <a:extLst>
              <a:ext uri="{FF2B5EF4-FFF2-40B4-BE49-F238E27FC236}">
                <a16:creationId xmlns:a16="http://schemas.microsoft.com/office/drawing/2014/main" id="{6F1C32AD-6E65-45D9-86A4-DCDE0D32768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30;p24">
            <a:extLst>
              <a:ext uri="{FF2B5EF4-FFF2-40B4-BE49-F238E27FC236}">
                <a16:creationId xmlns:a16="http://schemas.microsoft.com/office/drawing/2014/main" id="{26A301A2-0292-1A51-1C40-16AB99F30AB7}"/>
              </a:ext>
            </a:extLst>
          </p:cNvPr>
          <p:cNvSpPr/>
          <p:nvPr userDrawn="1"/>
        </p:nvSpPr>
        <p:spPr>
          <a:xfrm>
            <a:off x="5718038" y="322216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You Already Know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80BBD519-6780-E29A-51F9-BC84AACECB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50783" y="1512887"/>
            <a:ext cx="13732042" cy="6618287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13431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ap" preserve="1" userDrawn="1">
  <p:cSld name="Recap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2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25"/>
          <p:cNvPicPr preferRelativeResize="0"/>
          <p:nvPr/>
        </p:nvPicPr>
        <p:blipFill rotWithShape="1">
          <a:blip r:embed="rId3"/>
          <a:srcRect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6" name="Google Shape;36;p25"/>
          <p:cNvSpPr/>
          <p:nvPr/>
        </p:nvSpPr>
        <p:spPr>
          <a:xfrm>
            <a:off x="352712" y="438867"/>
            <a:ext cx="240496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 dirty="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Recap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73;p29">
            <a:extLst>
              <a:ext uri="{FF2B5EF4-FFF2-40B4-BE49-F238E27FC236}">
                <a16:creationId xmlns:a16="http://schemas.microsoft.com/office/drawing/2014/main" id="{BA8E9C16-575E-F214-D660-349F8CD58800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13" name="Google Shape;29;p24">
            <a:extLst>
              <a:ext uri="{FF2B5EF4-FFF2-40B4-BE49-F238E27FC236}">
                <a16:creationId xmlns:a16="http://schemas.microsoft.com/office/drawing/2014/main" id="{A8352C58-E1B7-7AF5-20DA-4A18ECBF310C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24309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 day in the life" preserve="1" userDrawn="1">
  <p:cSld name="A day in the lif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03379F-6615-3946-F3DC-84DD58EC0F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47D8B3EC-6FC1-1D8C-89C7-6C535510F2DE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622017"/>
            <a:ext cx="10807533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7" name="Google Shape;29;p24">
            <a:extLst>
              <a:ext uri="{FF2B5EF4-FFF2-40B4-BE49-F238E27FC236}">
                <a16:creationId xmlns:a16="http://schemas.microsoft.com/office/drawing/2014/main" id="{1D6B2300-6D1F-B115-8FF6-63B469079D08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812800" y="2712304"/>
            <a:ext cx="10839622" cy="55274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ED1C70-09C3-3416-0187-C1611F8017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3281065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Aday_Rec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73;p29">
            <a:extLst>
              <a:ext uri="{FF2B5EF4-FFF2-40B4-BE49-F238E27FC236}">
                <a16:creationId xmlns:a16="http://schemas.microsoft.com/office/drawing/2014/main" id="{B3939B18-51C6-B760-9847-DBF969067996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844889" y="1512833"/>
            <a:ext cx="10807533" cy="9037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/>
            </a:lvl1pPr>
          </a:lstStyle>
          <a:p>
            <a:pPr marL="228600" lvl="0" indent="-228600"/>
            <a:endParaRPr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5EF1-B91C-9C3A-2571-75C7A1B0B8A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44550" y="2603500"/>
            <a:ext cx="10807700" cy="5538468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3180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arning Objectives" preserve="1" userDrawn="1">
  <p:cSld name="Learning Objective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7"/>
          <p:cNvPicPr preferRelativeResize="0"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</p:spPr>
      </p:pic>
      <p:sp>
        <p:nvSpPr>
          <p:cNvPr id="47" name="Google Shape;47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2286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Learning Objectives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7"/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8944" y="1933649"/>
            <a:ext cx="7888027" cy="553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2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By the end of this lesson, you will be able to:</a:t>
            </a:r>
            <a:endParaRPr dirty="0"/>
          </a:p>
        </p:txBody>
      </p:sp>
      <p:sp>
        <p:nvSpPr>
          <p:cNvPr id="5" name="Brandline_LVC">
            <a:extLst>
              <a:ext uri="{FF2B5EF4-FFF2-40B4-BE49-F238E27FC236}">
                <a16:creationId xmlns:a16="http://schemas.microsoft.com/office/drawing/2014/main" id="{78567AD7-7BF8-45E8-DB3F-F2D6FE361A2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2967652" y="837660"/>
            <a:ext cx="4391501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6384E7AB-95CF-3870-72EE-80D1C6CB172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32875" y="2758746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0792C23-1841-F349-D944-8E77CAED48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32356" y="3558751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7746234C-6D4D-7050-90E1-5A68C852394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31837" y="4383470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DF9AB914-01CE-78D6-02EB-58EA39C5A15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2873" y="5195833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grpSp>
        <p:nvGrpSpPr>
          <p:cNvPr id="13" name="Group 12" hidden="1">
            <a:extLst>
              <a:ext uri="{FF2B5EF4-FFF2-40B4-BE49-F238E27FC236}">
                <a16:creationId xmlns:a16="http://schemas.microsoft.com/office/drawing/2014/main" id="{16B8C86D-690C-8679-0C89-F4D009576CAF}"/>
              </a:ext>
            </a:extLst>
          </p:cNvPr>
          <p:cNvGrpSpPr>
            <a:grpSpLocks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DB747F5-5266-DDBF-8B8B-6AF78984F4A6}"/>
                </a:ext>
              </a:extLst>
            </p:cNvPr>
            <p:cNvSpPr>
              <a:spLocks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FFF687B-5B53-6973-9596-70BBBD72EE56}"/>
                </a:ext>
              </a:extLst>
            </p:cNvPr>
            <p:cNvSpPr>
              <a:spLocks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9452DB3C-19AB-7AF5-B459-CAF2AF2C0973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4C3C8E8-C94E-EE19-7794-FFC583E56915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0958B4A-72D3-24FF-4B57-C742B90B61FC}"/>
                </a:ext>
              </a:extLst>
            </p:cNvPr>
            <p:cNvSpPr>
              <a:spLocks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585267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pic Name" preserve="1" userDrawn="1">
  <p:cSld name="Topic Nam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28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57;p28">
            <a:extLst>
              <a:ext uri="{FF2B5EF4-FFF2-40B4-BE49-F238E27FC236}">
                <a16:creationId xmlns:a16="http://schemas.microsoft.com/office/drawing/2014/main" id="{B82D352B-96E6-AAAA-F1D6-C3BB62225E8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0" y="4114800"/>
            <a:ext cx="16256001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lv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 i="0" u="none" strike="noStrike" cap="none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7397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Slide" preserve="1" userDrawn="1">
  <p:cSld name="Content Slide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9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29;p24">
            <a:extLst>
              <a:ext uri="{FF2B5EF4-FFF2-40B4-BE49-F238E27FC236}">
                <a16:creationId xmlns:a16="http://schemas.microsoft.com/office/drawing/2014/main" id="{9DE67C09-DDD5-F518-3695-E699DFE5CC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91858" y="2603120"/>
            <a:ext cx="13696998" cy="5527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342900" lvl="0" indent="-342900" algn="ctr">
              <a:lnSpc>
                <a:spcPct val="115000"/>
              </a:lnSpc>
            </a:pPr>
            <a:endParaRPr/>
          </a:p>
        </p:txBody>
      </p:sp>
      <p:sp>
        <p:nvSpPr>
          <p:cNvPr id="3" name="Google Shape;73;p29">
            <a:extLst>
              <a:ext uri="{FF2B5EF4-FFF2-40B4-BE49-F238E27FC236}">
                <a16:creationId xmlns:a16="http://schemas.microsoft.com/office/drawing/2014/main" id="{38354FE8-D9C0-5D1E-6102-5F329424ACA2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0" lvl="0" indent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Arial" panose="020B0604020202020204" pitchFamily="34" charset="0"/>
              <a:buNone/>
              <a:defRPr sz="220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  <a:defRPr/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" name="Picture 3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E2A3B44F-361D-277C-1049-456D319756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913238"/>
            <a:ext cx="1219478" cy="7291461"/>
          </a:xfrm>
          <a:prstGeom prst="rect">
            <a:avLst/>
          </a:prstGeom>
        </p:spPr>
      </p:pic>
      <p:sp>
        <p:nvSpPr>
          <p:cNvPr id="5" name="Google Shape;62;p29">
            <a:extLst>
              <a:ext uri="{FF2B5EF4-FFF2-40B4-BE49-F238E27FC236}">
                <a16:creationId xmlns:a16="http://schemas.microsoft.com/office/drawing/2014/main" id="{AB337D6E-8449-CC57-E216-03FFF7FCAE6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72632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Conte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60;p29">
            <a:extLst>
              <a:ext uri="{FF2B5EF4-FFF2-40B4-BE49-F238E27FC236}">
                <a16:creationId xmlns:a16="http://schemas.microsoft.com/office/drawing/2014/main" id="{F32A8D92-D03F-CBD0-6218-23FF67B0B49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73;p29">
            <a:extLst>
              <a:ext uri="{FF2B5EF4-FFF2-40B4-BE49-F238E27FC236}">
                <a16:creationId xmlns:a16="http://schemas.microsoft.com/office/drawing/2014/main" id="{E6FEAC37-04A1-A80A-3380-E02111EDE62B}"/>
              </a:ext>
            </a:extLst>
          </p:cNvPr>
          <p:cNvSpPr txBox="1">
            <a:spLocks noGrp="1"/>
          </p:cNvSpPr>
          <p:nvPr>
            <p:ph type="body" idx="10"/>
          </p:nvPr>
        </p:nvSpPr>
        <p:spPr>
          <a:xfrm>
            <a:off x="1291857" y="1512833"/>
            <a:ext cx="13696999" cy="90377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dirty="0"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pic>
        <p:nvPicPr>
          <p:cNvPr id="2" name="Picture 1" descr="A picture containing colorfulness, pattern, rectangle, screenshot&#10;&#10;Description automatically generated">
            <a:extLst>
              <a:ext uri="{FF2B5EF4-FFF2-40B4-BE49-F238E27FC236}">
                <a16:creationId xmlns:a16="http://schemas.microsoft.com/office/drawing/2014/main" id="{CE904573-2F71-0E73-120D-C3CFB365EE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66008" y="897196"/>
            <a:ext cx="1219478" cy="7291461"/>
          </a:xfrm>
          <a:prstGeom prst="rect">
            <a:avLst/>
          </a:prstGeom>
        </p:spPr>
      </p:pic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F3E84CA6-4EC8-7CAF-7B14-1E891A95D9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612636"/>
            <a:ext cx="13697000" cy="5517901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Google Shape;62;p29">
            <a:extLst>
              <a:ext uri="{FF2B5EF4-FFF2-40B4-BE49-F238E27FC236}">
                <a16:creationId xmlns:a16="http://schemas.microsoft.com/office/drawing/2014/main" id="{AC975B08-1151-8CCE-4012-72257845E8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76370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nowledge Check " preserve="1">
  <p:cSld name="Knowledge Check 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75;p30">
            <a:extLst>
              <a:ext uri="{FF2B5EF4-FFF2-40B4-BE49-F238E27FC236}">
                <a16:creationId xmlns:a16="http://schemas.microsoft.com/office/drawing/2014/main" id="{DBF002C0-AEB4-C534-B92D-91D67E6C1306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 descr="A picture containing arrow&#10;&#10;Description automatically generated">
            <a:extLst>
              <a:ext uri="{FF2B5EF4-FFF2-40B4-BE49-F238E27FC236}">
                <a16:creationId xmlns:a16="http://schemas.microsoft.com/office/drawing/2014/main" id="{72D68FFF-4E46-2E6B-67FA-3692374CF0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Google Shape;77;p30">
            <a:extLst>
              <a:ext uri="{FF2B5EF4-FFF2-40B4-BE49-F238E27FC236}">
                <a16:creationId xmlns:a16="http://schemas.microsoft.com/office/drawing/2014/main" id="{6A084776-D363-88F2-5A8F-FF2A63DFFD9D}"/>
              </a:ext>
            </a:extLst>
          </p:cNvPr>
          <p:cNvSpPr/>
          <p:nvPr userDrawn="1"/>
        </p:nvSpPr>
        <p:spPr>
          <a:xfrm>
            <a:off x="8955907" y="4310390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 panose="020B0604020202020204" pitchFamily="34" charset="0"/>
              <a:buNone/>
            </a:pPr>
            <a:r>
              <a:rPr lang="en-US" sz="2800" b="1" i="0" u="none" strike="noStrike" cap="none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1400" b="0" i="0" u="none" strike="noStrike" cap="none" dirty="0">
              <a:solidFill>
                <a:srgbClr val="40404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57809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CCF119B-BE71-CB96-2E2D-4D70E3379D0F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Box">
            <a:extLst>
              <a:ext uri="{FF2B5EF4-FFF2-40B4-BE49-F238E27FC236}">
                <a16:creationId xmlns:a16="http://schemas.microsoft.com/office/drawing/2014/main" id="{E7B51B66-9EEF-5EF8-EAC3-1AA2FA35C688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KT_Text">
            <a:extLst>
              <a:ext uri="{FF2B5EF4-FFF2-40B4-BE49-F238E27FC236}">
                <a16:creationId xmlns:a16="http://schemas.microsoft.com/office/drawing/2014/main" id="{9E09D2CD-8815-6873-76A0-750613A9B008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_Box">
            <a:extLst>
              <a:ext uri="{FF2B5EF4-FFF2-40B4-BE49-F238E27FC236}">
                <a16:creationId xmlns:a16="http://schemas.microsoft.com/office/drawing/2014/main" id="{0E9A9157-9B5D-B020-50FD-5C124440F36A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">
            <a:extLst>
              <a:ext uri="{FF2B5EF4-FFF2-40B4-BE49-F238E27FC236}">
                <a16:creationId xmlns:a16="http://schemas.microsoft.com/office/drawing/2014/main" id="{FDF40B25-39B3-30ED-29BE-9F1AD527FCE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8" name="Opt_A">
            <a:extLst>
              <a:ext uri="{FF2B5EF4-FFF2-40B4-BE49-F238E27FC236}">
                <a16:creationId xmlns:a16="http://schemas.microsoft.com/office/drawing/2014/main" id="{2FFD20E1-904E-7B1C-E7A2-1A99877EE0D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">
            <a:extLst>
              <a:ext uri="{FF2B5EF4-FFF2-40B4-BE49-F238E27FC236}">
                <a16:creationId xmlns:a16="http://schemas.microsoft.com/office/drawing/2014/main" id="{DB253624-90B8-4C2B-CA21-11904E51AA4D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0" name="Opt_B">
            <a:extLst>
              <a:ext uri="{FF2B5EF4-FFF2-40B4-BE49-F238E27FC236}">
                <a16:creationId xmlns:a16="http://schemas.microsoft.com/office/drawing/2014/main" id="{497E5D63-1C02-9A8F-6921-B4CF2B94E4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1" name="C">
            <a:extLst>
              <a:ext uri="{FF2B5EF4-FFF2-40B4-BE49-F238E27FC236}">
                <a16:creationId xmlns:a16="http://schemas.microsoft.com/office/drawing/2014/main" id="{92E01BA2-8854-8B22-5E3B-BD48CB6419FD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2" name="Opt_C">
            <a:extLst>
              <a:ext uri="{FF2B5EF4-FFF2-40B4-BE49-F238E27FC236}">
                <a16:creationId xmlns:a16="http://schemas.microsoft.com/office/drawing/2014/main" id="{231483CE-CEF9-6644-5D62-34D212C6AC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D">
            <a:extLst>
              <a:ext uri="{FF2B5EF4-FFF2-40B4-BE49-F238E27FC236}">
                <a16:creationId xmlns:a16="http://schemas.microsoft.com/office/drawing/2014/main" id="{29F7EC89-820C-671D-8F62-46D0543D5E13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4" name="Opt_D">
            <a:extLst>
              <a:ext uri="{FF2B5EF4-FFF2-40B4-BE49-F238E27FC236}">
                <a16:creationId xmlns:a16="http://schemas.microsoft.com/office/drawing/2014/main" id="{D10DFBE0-864B-7031-13FD-BF42F6452AB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Q">
            <a:extLst>
              <a:ext uri="{FF2B5EF4-FFF2-40B4-BE49-F238E27FC236}">
                <a16:creationId xmlns:a16="http://schemas.microsoft.com/office/drawing/2014/main" id="{48CDC350-FF9D-82C7-1731-756BBBD2CE0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6" name="Q_No">
            <a:extLst>
              <a:ext uri="{FF2B5EF4-FFF2-40B4-BE49-F238E27FC236}">
                <a16:creationId xmlns:a16="http://schemas.microsoft.com/office/drawing/2014/main" id="{3C327913-27E5-47C0-5CE8-C92623BE9A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5850812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EF08981F-95F3-6867-209A-E2A49BEB7AC3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C5585E79-E8D7-0597-1980-9449B5FE0292}"/>
              </a:ext>
            </a:extLst>
          </p:cNvPr>
          <p:cNvSpPr txBox="1"/>
          <p:nvPr userDrawn="1"/>
        </p:nvSpPr>
        <p:spPr>
          <a:xfrm>
            <a:off x="670034" y="7369706"/>
            <a:ext cx="274905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is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55D1669A-D9BB-F86C-6916-C74581CEC093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25B26E89-236B-925D-2F8A-FDAD4518B1D0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FE57084E-D5CD-4D1D-AD6B-B0A29FBA4D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51201" y="7277661"/>
            <a:ext cx="8834438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7CBBC3EA-7B88-E6C6-BE6B-D41D2C647AA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CDEDD483-9F61-36CD-8536-63FB8C1D1DC9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BA405B45-EFAB-0D57-ADA9-DD1F4FD2F9B7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C6D60610-3ED0-B3DE-F0C6-1E2E0C6FC1CE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C6A04807-31DA-6E4E-AAB1-C5EB073355C4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19EED400-005F-8BFC-0381-17F5410E8424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21CD75C6-F639-739D-B089-020EF5CBFA3A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76DB4DA8-CC10-506C-D27B-9B1CE227D9B0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F320B7DB-043B-B1AC-2976-FCB6609BE2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DF544E43-096D-AD15-9CFA-70A320AE02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969321A-3DCC-F52F-8C1B-6E04397531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5A890064-C69C-0664-8FC1-9D4423FC9A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" name="Q_No">
            <a:extLst>
              <a:ext uri="{FF2B5EF4-FFF2-40B4-BE49-F238E27FC236}">
                <a16:creationId xmlns:a16="http://schemas.microsoft.com/office/drawing/2014/main" id="{ED35CC72-98C5-EE49-27FF-1AEB08DF4A1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0" name="Q">
            <a:extLst>
              <a:ext uri="{FF2B5EF4-FFF2-40B4-BE49-F238E27FC236}">
                <a16:creationId xmlns:a16="http://schemas.microsoft.com/office/drawing/2014/main" id="{B919A374-DEB5-52B7-C20C-1C6BAF60BAA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45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_Ans_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G">
            <a:extLst>
              <a:ext uri="{FF2B5EF4-FFF2-40B4-BE49-F238E27FC236}">
                <a16:creationId xmlns:a16="http://schemas.microsoft.com/office/drawing/2014/main" id="{2F8347C9-CC7D-0DF8-C02A-47B5723D857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1" y="1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C_Ans">
            <a:extLst>
              <a:ext uri="{FF2B5EF4-FFF2-40B4-BE49-F238E27FC236}">
                <a16:creationId xmlns:a16="http://schemas.microsoft.com/office/drawing/2014/main" id="{06DF12F7-7FC3-A6A0-1F9D-2B31AAB76C62}"/>
              </a:ext>
            </a:extLst>
          </p:cNvPr>
          <p:cNvSpPr txBox="1"/>
          <p:nvPr userDrawn="1"/>
        </p:nvSpPr>
        <p:spPr>
          <a:xfrm>
            <a:off x="670034" y="7369706"/>
            <a:ext cx="2913425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The correct answer are</a:t>
            </a:r>
            <a:endParaRPr sz="1400" b="0" i="0" u="none" strike="noStrike" cap="none" dirty="0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" name="Ans_Line_2">
            <a:extLst>
              <a:ext uri="{FF2B5EF4-FFF2-40B4-BE49-F238E27FC236}">
                <a16:creationId xmlns:a16="http://schemas.microsoft.com/office/drawing/2014/main" id="{B75A6E75-5672-578C-B075-BA07AABDEC08}"/>
              </a:ext>
            </a:extLst>
          </p:cNvPr>
          <p:cNvCxnSpPr/>
          <p:nvPr userDrawn="1"/>
        </p:nvCxnSpPr>
        <p:spPr>
          <a:xfrm>
            <a:off x="670034" y="785436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" name="Ans_Line">
            <a:extLst>
              <a:ext uri="{FF2B5EF4-FFF2-40B4-BE49-F238E27FC236}">
                <a16:creationId xmlns:a16="http://schemas.microsoft.com/office/drawing/2014/main" id="{B67B1844-0936-2346-DC2D-072812F8FF82}"/>
              </a:ext>
            </a:extLst>
          </p:cNvPr>
          <p:cNvCxnSpPr/>
          <p:nvPr userDrawn="1"/>
        </p:nvCxnSpPr>
        <p:spPr>
          <a:xfrm>
            <a:off x="649436" y="7265358"/>
            <a:ext cx="1316736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" name="Ans_text">
            <a:extLst>
              <a:ext uri="{FF2B5EF4-FFF2-40B4-BE49-F238E27FC236}">
                <a16:creationId xmlns:a16="http://schemas.microsoft.com/office/drawing/2014/main" id="{505D6B31-CF67-8AE8-6D6C-1AE10E434F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4605" y="7277661"/>
            <a:ext cx="8601033" cy="584200"/>
          </a:xfrm>
        </p:spPr>
        <p:txBody>
          <a:bodyPr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rgbClr val="024F93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8" name="Ans_Desc_Text_Box">
            <a:extLst>
              <a:ext uri="{FF2B5EF4-FFF2-40B4-BE49-F238E27FC236}">
                <a16:creationId xmlns:a16="http://schemas.microsoft.com/office/drawing/2014/main" id="{2AA669A4-854E-BC52-A6EB-CEC258CCD13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9925" y="7935913"/>
            <a:ext cx="13095288" cy="1004887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20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9" name="Box">
            <a:extLst>
              <a:ext uri="{FF2B5EF4-FFF2-40B4-BE49-F238E27FC236}">
                <a16:creationId xmlns:a16="http://schemas.microsoft.com/office/drawing/2014/main" id="{4ADF7E3A-81A0-2B00-A3DE-320BBA3EAADC}"/>
              </a:ext>
            </a:extLst>
          </p:cNvPr>
          <p:cNvSpPr/>
          <p:nvPr userDrawn="1"/>
        </p:nvSpPr>
        <p:spPr>
          <a:xfrm>
            <a:off x="1281113" y="590549"/>
            <a:ext cx="1685902" cy="1438275"/>
          </a:xfrm>
          <a:prstGeom prst="rect">
            <a:avLst/>
          </a:prstGeom>
          <a:solidFill>
            <a:srgbClr val="3D9CD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KT_Text">
            <a:extLst>
              <a:ext uri="{FF2B5EF4-FFF2-40B4-BE49-F238E27FC236}">
                <a16:creationId xmlns:a16="http://schemas.microsoft.com/office/drawing/2014/main" id="{65E260BD-9AEB-3002-A10D-0ED784F237CC}"/>
              </a:ext>
            </a:extLst>
          </p:cNvPr>
          <p:cNvSpPr txBox="1"/>
          <p:nvPr userDrawn="1"/>
        </p:nvSpPr>
        <p:spPr>
          <a:xfrm>
            <a:off x="1280469" y="732325"/>
            <a:ext cx="1698904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Knowledge Check</a:t>
            </a:r>
            <a:endParaRPr sz="2000" b="1" i="0" u="none" strike="noStrike" cap="none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" name="Rec_Box">
            <a:extLst>
              <a:ext uri="{FF2B5EF4-FFF2-40B4-BE49-F238E27FC236}">
                <a16:creationId xmlns:a16="http://schemas.microsoft.com/office/drawing/2014/main" id="{667E1C0D-1A8F-3FEE-62D2-1CF59B597F36}"/>
              </a:ext>
            </a:extLst>
          </p:cNvPr>
          <p:cNvSpPr/>
          <p:nvPr userDrawn="1"/>
        </p:nvSpPr>
        <p:spPr>
          <a:xfrm>
            <a:off x="1275907" y="578759"/>
            <a:ext cx="14093455" cy="1446622"/>
          </a:xfrm>
          <a:prstGeom prst="rect">
            <a:avLst/>
          </a:prstGeom>
          <a:noFill/>
          <a:ln w="12700">
            <a:solidFill>
              <a:srgbClr val="3D9CD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">
            <a:extLst>
              <a:ext uri="{FF2B5EF4-FFF2-40B4-BE49-F238E27FC236}">
                <a16:creationId xmlns:a16="http://schemas.microsoft.com/office/drawing/2014/main" id="{A40B7AF7-3696-C4FB-D945-5436FC8398CE}"/>
              </a:ext>
            </a:extLst>
          </p:cNvPr>
          <p:cNvSpPr txBox="1"/>
          <p:nvPr userDrawn="1"/>
        </p:nvSpPr>
        <p:spPr>
          <a:xfrm>
            <a:off x="1708922" y="2698180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A.</a:t>
            </a:r>
          </a:p>
        </p:txBody>
      </p:sp>
      <p:sp>
        <p:nvSpPr>
          <p:cNvPr id="13" name="Opt_A">
            <a:extLst>
              <a:ext uri="{FF2B5EF4-FFF2-40B4-BE49-F238E27FC236}">
                <a16:creationId xmlns:a16="http://schemas.microsoft.com/office/drawing/2014/main" id="{1494EC36-DEF5-5104-F8EA-E3D4B2BBD8E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330450" y="2698180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4" name="B">
            <a:extLst>
              <a:ext uri="{FF2B5EF4-FFF2-40B4-BE49-F238E27FC236}">
                <a16:creationId xmlns:a16="http://schemas.microsoft.com/office/drawing/2014/main" id="{9AFF282F-7CD2-660E-F6FB-6A6841171D6F}"/>
              </a:ext>
            </a:extLst>
          </p:cNvPr>
          <p:cNvSpPr txBox="1"/>
          <p:nvPr userDrawn="1"/>
        </p:nvSpPr>
        <p:spPr>
          <a:xfrm>
            <a:off x="1713038" y="3629064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B.</a:t>
            </a:r>
          </a:p>
        </p:txBody>
      </p:sp>
      <p:sp>
        <p:nvSpPr>
          <p:cNvPr id="15" name="Opt_B">
            <a:extLst>
              <a:ext uri="{FF2B5EF4-FFF2-40B4-BE49-F238E27FC236}">
                <a16:creationId xmlns:a16="http://schemas.microsoft.com/office/drawing/2014/main" id="{01ADAF17-D7DF-669F-96A4-A5A66652F7E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334566" y="3629064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6" name="C">
            <a:extLst>
              <a:ext uri="{FF2B5EF4-FFF2-40B4-BE49-F238E27FC236}">
                <a16:creationId xmlns:a16="http://schemas.microsoft.com/office/drawing/2014/main" id="{E0054334-AE0D-D3F5-C186-9EAB001CEBAA}"/>
              </a:ext>
            </a:extLst>
          </p:cNvPr>
          <p:cNvSpPr txBox="1"/>
          <p:nvPr userDrawn="1"/>
        </p:nvSpPr>
        <p:spPr>
          <a:xfrm>
            <a:off x="1713038" y="4568181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C.</a:t>
            </a:r>
          </a:p>
        </p:txBody>
      </p:sp>
      <p:sp>
        <p:nvSpPr>
          <p:cNvPr id="17" name="Opt_C">
            <a:extLst>
              <a:ext uri="{FF2B5EF4-FFF2-40B4-BE49-F238E27FC236}">
                <a16:creationId xmlns:a16="http://schemas.microsoft.com/office/drawing/2014/main" id="{98DDCBFB-B945-8ADF-F3B2-02F8E9E10B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334566" y="4568181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18" name="D">
            <a:extLst>
              <a:ext uri="{FF2B5EF4-FFF2-40B4-BE49-F238E27FC236}">
                <a16:creationId xmlns:a16="http://schemas.microsoft.com/office/drawing/2014/main" id="{A5C29CAE-D65C-162C-E28E-5C00B6BF49E6}"/>
              </a:ext>
            </a:extLst>
          </p:cNvPr>
          <p:cNvSpPr txBox="1"/>
          <p:nvPr userDrawn="1"/>
        </p:nvSpPr>
        <p:spPr>
          <a:xfrm>
            <a:off x="1717154" y="5511422"/>
            <a:ext cx="465463" cy="42171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lvl="0" indent="0" defTabSz="91440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lang="en-GB" sz="20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indent="0" defTabSz="914400">
              <a:lnSpc>
                <a:spcPct val="114000"/>
              </a:lnSpc>
              <a:spcBef>
                <a:spcPts val="500"/>
              </a:spcBef>
              <a:buFont typeface="Arial" panose="020B0604020202020204" pitchFamily="34" charset="0"/>
              <a:buNone/>
              <a:defRPr lang="en-GB" sz="2200">
                <a:solidFill>
                  <a:schemeClr val="tx1">
                    <a:lumMod val="75000"/>
                    <a:lumOff val="2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4pPr>
            <a:lvl5pPr indent="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5pPr>
            <a:lvl6pPr marL="25146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 defTabSz="9144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lvl="0" algn="ctr"/>
            <a:r>
              <a:rPr lang="en-US" dirty="0"/>
              <a:t>D.</a:t>
            </a:r>
          </a:p>
        </p:txBody>
      </p:sp>
      <p:sp>
        <p:nvSpPr>
          <p:cNvPr id="19" name="Opt_D">
            <a:extLst>
              <a:ext uri="{FF2B5EF4-FFF2-40B4-BE49-F238E27FC236}">
                <a16:creationId xmlns:a16="http://schemas.microsoft.com/office/drawing/2014/main" id="{787DB315-5654-6FF4-4775-BE435BA1CC2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38682" y="5511422"/>
            <a:ext cx="11250613" cy="836613"/>
          </a:xfrm>
        </p:spPr>
        <p:txBody>
          <a:bodyPr anchor="t">
            <a:normAutofit/>
          </a:bodyPr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sp>
        <p:nvSpPr>
          <p:cNvPr id="2" name="Q_No">
            <a:extLst>
              <a:ext uri="{FF2B5EF4-FFF2-40B4-BE49-F238E27FC236}">
                <a16:creationId xmlns:a16="http://schemas.microsoft.com/office/drawing/2014/main" id="{75EAA6A4-CA18-1D4E-38DC-5B54C160EF0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62390" y="1193800"/>
            <a:ext cx="1135063" cy="830263"/>
          </a:xfrm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1</a:t>
            </a:r>
          </a:p>
        </p:txBody>
      </p:sp>
      <p:sp>
        <p:nvSpPr>
          <p:cNvPr id="23" name="Q">
            <a:extLst>
              <a:ext uri="{FF2B5EF4-FFF2-40B4-BE49-F238E27FC236}">
                <a16:creationId xmlns:a16="http://schemas.microsoft.com/office/drawing/2014/main" id="{1CC612E5-6747-A45A-0B49-28D47D0B14C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967015" y="578759"/>
            <a:ext cx="12401573" cy="1447009"/>
          </a:xfrm>
        </p:spPr>
        <p:txBody>
          <a:bodyPr anchor="ctr"/>
          <a:lstStyle>
            <a:lvl1pPr marL="0" indent="0">
              <a:lnSpc>
                <a:spcPct val="114000"/>
              </a:lnSpc>
              <a:spcBef>
                <a:spcPts val="0"/>
              </a:spcBef>
              <a:buNone/>
              <a:defRPr b="1"/>
            </a:lvl1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155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Takeaways" preserve="1" userDrawn="1">
  <p:cSld name="Key Takeaways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3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47;p27">
            <a:extLst>
              <a:ext uri="{FF2B5EF4-FFF2-40B4-BE49-F238E27FC236}">
                <a16:creationId xmlns:a16="http://schemas.microsoft.com/office/drawing/2014/main" id="{DFADBA2E-0E91-C8B8-3A16-37E16A8024BC}"/>
              </a:ext>
            </a:extLst>
          </p:cNvPr>
          <p:cNvSpPr/>
          <p:nvPr userDrawn="1"/>
        </p:nvSpPr>
        <p:spPr>
          <a:xfrm>
            <a:off x="2747395" y="274390"/>
            <a:ext cx="4819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200"/>
              <a:buFont typeface="Arial"/>
              <a:buNone/>
            </a:pPr>
            <a:r>
              <a:rPr lang="en-US" sz="2800" b="1" i="0" u="none" strike="noStrike" cap="none" dirty="0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rPr>
              <a:t>Key Takeaways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Brandline_LVC">
            <a:extLst>
              <a:ext uri="{FF2B5EF4-FFF2-40B4-BE49-F238E27FC236}">
                <a16:creationId xmlns:a16="http://schemas.microsoft.com/office/drawing/2014/main" id="{F274DB65-9471-8FF1-5F67-3A8B02FBF3BD}"/>
              </a:ext>
            </a:extLst>
          </p:cNvPr>
          <p:cNvSpPr/>
          <p:nvPr userDrawn="1"/>
        </p:nvSpPr>
        <p:spPr>
          <a:xfrm>
            <a:off x="3468553" y="837660"/>
            <a:ext cx="3377485" cy="38100"/>
          </a:xfrm>
          <a:prstGeom prst="ellipse">
            <a:avLst/>
          </a:prstGeom>
          <a:gradFill flip="none" rotWithShape="1">
            <a:gsLst>
              <a:gs pos="50000">
                <a:srgbClr val="3645A9"/>
              </a:gs>
              <a:gs pos="0">
                <a:srgbClr val="3645A9">
                  <a:tint val="0"/>
                  <a:alpha val="0"/>
                </a:srgbClr>
              </a:gs>
              <a:gs pos="100000">
                <a:srgbClr val="3645A9">
                  <a:tint val="0"/>
                  <a:alpha val="0"/>
                </a:srgbClr>
              </a:gs>
              <a:gs pos="25000">
                <a:srgbClr val="3645A9"/>
              </a:gs>
              <a:gs pos="75000">
                <a:srgbClr val="3645A9"/>
              </a:gs>
            </a:gsLst>
            <a:lin ang="10800000" scaled="1"/>
            <a:tileRect/>
          </a:gra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96AF3B2F-06F8-C0B9-F594-763BF82CAEE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2875" y="1967907"/>
            <a:ext cx="9036000" cy="10116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GB" dirty="0"/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GB"/>
              <a:t>Click to add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7B16BD-1678-AAEB-705C-ACC6F4E638B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32356" y="2755555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DA0B994-BAF5-3871-1AE2-2955090941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31837" y="3567917"/>
            <a:ext cx="9036000" cy="1011600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9153C8D8-C81D-C688-AD6D-054C831ED8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2873" y="4392637"/>
            <a:ext cx="9034445" cy="1010072"/>
          </a:xfrm>
        </p:spPr>
        <p:txBody>
          <a:bodyPr anchor="t"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/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</a:lstStyle>
          <a:p>
            <a:pPr lvl="0"/>
            <a:r>
              <a:rPr lang="en-GB"/>
              <a:t>Click to add text</a:t>
            </a:r>
          </a:p>
        </p:txBody>
      </p:sp>
      <p:grpSp>
        <p:nvGrpSpPr>
          <p:cNvPr id="23" name="Group 22" hidden="1">
            <a:extLst>
              <a:ext uri="{FF2B5EF4-FFF2-40B4-BE49-F238E27FC236}">
                <a16:creationId xmlns:a16="http://schemas.microsoft.com/office/drawing/2014/main" id="{7D3CB7FC-1EE6-F753-459E-16D565CC72D5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1239953" y="642551"/>
            <a:ext cx="4011669" cy="4670397"/>
            <a:chOff x="1239953" y="642551"/>
            <a:chExt cx="4011669" cy="4670397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938B2B5-F7D2-93C4-4B9B-2A8705CFBB0D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967652" y="642551"/>
              <a:ext cx="2283970" cy="149516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C60516D-1A86-E05D-CDB5-234F5B19042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9953" y="2290530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1049D24-171C-A4CE-5C84-362BCAE9D2E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094469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0EB4E1D9-0180-437B-334A-07F7823362C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3903123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0CFBF9F-0A86-F779-0E1B-EE628909727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332872" y="4718948"/>
              <a:ext cx="594000" cy="594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5850367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ssisted Pract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145;p35">
            <a:extLst>
              <a:ext uri="{FF2B5EF4-FFF2-40B4-BE49-F238E27FC236}">
                <a16:creationId xmlns:a16="http://schemas.microsoft.com/office/drawing/2014/main" id="{3DE6C980-51B8-EAB6-D92E-2C853D6EBC40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13;p27">
            <a:extLst>
              <a:ext uri="{FF2B5EF4-FFF2-40B4-BE49-F238E27FC236}">
                <a16:creationId xmlns:a16="http://schemas.microsoft.com/office/drawing/2014/main" id="{734849E0-7011-DCAE-0132-1322B2CB68DB}"/>
              </a:ext>
            </a:extLst>
          </p:cNvPr>
          <p:cNvPicPr preferRelativeResize="0"/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49;p35">
            <a:extLst>
              <a:ext uri="{FF2B5EF4-FFF2-40B4-BE49-F238E27FC236}">
                <a16:creationId xmlns:a16="http://schemas.microsoft.com/office/drawing/2014/main" id="{7948A9B8-596D-80F3-DBBD-D7EDD89ABE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6E140C6-C70A-C947-7711-0BA4214D3E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5683BC-C8F7-FCBC-E768-137F5B5152C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20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nassisted Practice" preserve="1" userDrawn="1">
  <p:cSld name="Unassisted Practic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35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5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 txBox="1">
            <a:spLocks noGrp="1"/>
          </p:cNvSpPr>
          <p:nvPr>
            <p:ph type="title"/>
          </p:nvPr>
        </p:nvSpPr>
        <p:spPr>
          <a:xfrm>
            <a:off x="1297626" y="436395"/>
            <a:ext cx="9696532" cy="665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4DC99CB9-B9F0-7414-1AF5-045EF855FD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91857" y="2854366"/>
            <a:ext cx="13696999" cy="5389521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CF61395D-ECD0-5341-1B2E-8C1937098D4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91857" y="1795807"/>
            <a:ext cx="13696999" cy="814506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3355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act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73;p29">
            <a:extLst>
              <a:ext uri="{FF2B5EF4-FFF2-40B4-BE49-F238E27FC236}">
                <a16:creationId xmlns:a16="http://schemas.microsoft.com/office/drawing/2014/main" id="{D1405CDE-CE1A-9CEE-B0C9-004F72CAF344}"/>
              </a:ext>
            </a:extLst>
          </p:cNvPr>
          <p:cNvSpPr txBox="1">
            <a:spLocks noGrp="1"/>
          </p:cNvSpPr>
          <p:nvPr>
            <p:ph type="body" idx="11"/>
          </p:nvPr>
        </p:nvSpPr>
        <p:spPr>
          <a:xfrm>
            <a:off x="1291857" y="1788696"/>
            <a:ext cx="13696999" cy="82161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0" rIns="91425" bIns="0" rtlCol="0" anchor="t" anchorCtr="0">
            <a:normAutofit/>
          </a:bodyPr>
          <a:lstStyle>
            <a:lvl1pPr marL="0" indent="0">
              <a:buNone/>
              <a:defRPr>
                <a:solidFill>
                  <a:srgbClr val="3F3F3F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</a:pPr>
            <a:endParaRPr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659D141-D5AB-CB0E-32C4-D683A6B3D7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85825" y="2872126"/>
            <a:ext cx="13697000" cy="5406695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8412518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-End Project" preserve="1" userDrawn="1">
  <p:cSld name="Section-End Projec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53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2;p29">
            <a:extLst>
              <a:ext uri="{FF2B5EF4-FFF2-40B4-BE49-F238E27FC236}">
                <a16:creationId xmlns:a16="http://schemas.microsoft.com/office/drawing/2014/main" id="{C8B862E1-9541-C73F-B4E1-7205F5F0B5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EA35605C-2EDD-0BD1-F3BC-5BCA7F763A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734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esson-end Project" preserve="1" userDrawn="1">
  <p:cSld name="Lesson-end Project"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3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3E86479C-5EE1-09E2-3000-A2B690B93C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012C144F-B154-93C1-CFA0-EFC58EC80E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080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ase-End Project" preserve="1" userDrawn="1">
  <p:cSld name="Phase-End Projec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52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8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;p29">
            <a:extLst>
              <a:ext uri="{FF2B5EF4-FFF2-40B4-BE49-F238E27FC236}">
                <a16:creationId xmlns:a16="http://schemas.microsoft.com/office/drawing/2014/main" id="{A829CD2D-82CE-C005-D724-CC0A723196C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809861E1-DB64-D3D1-CB74-AB30BEF481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34890" y="1364776"/>
            <a:ext cx="10314124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4437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_for_projec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E5D05C5A-9735-BDF2-45FB-ECA0E61F3F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34890" y="1377162"/>
            <a:ext cx="10314607" cy="6815160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012447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136CAA0F-DD7B-0995-4200-59792701A9ED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FAA6052-B67C-D403-9614-DC0C0FDBA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  <p:pic>
        <p:nvPicPr>
          <p:cNvPr id="4" name="Picture 3" descr="A picture containing child art, table, illustration, design&#10;&#10;Description automatically generated">
            <a:extLst>
              <a:ext uri="{FF2B5EF4-FFF2-40B4-BE49-F238E27FC236}">
                <a16:creationId xmlns:a16="http://schemas.microsoft.com/office/drawing/2014/main" id="{46A1F55C-8226-40C3-1D94-8C75609932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2176" y="2171113"/>
            <a:ext cx="4823955" cy="455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186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" preserve="1" userDrawn="1">
  <p:cSld name="Discussion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6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4AA18AE-0804-BDBB-3D58-9BEC7C3955F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03264" y="2051538"/>
            <a:ext cx="4661781" cy="479473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38432-77B6-A0DB-E9D4-05C1ED62A6F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457200" lvl="0" indent="-457200" algn="ctr"/>
            <a:r>
              <a:rPr lang="en-US"/>
              <a:t>Topic Name</a:t>
            </a:r>
          </a:p>
        </p:txBody>
      </p:sp>
    </p:spTree>
    <p:extLst>
      <p:ext uri="{BB962C8B-B14F-4D97-AF65-F5344CB8AC3E}">
        <p14:creationId xmlns:p14="http://schemas.microsoft.com/office/powerpoint/2010/main" val="14566777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cussion-Content" preserve="1" userDrawn="1">
  <p:cSld name="Discussion-Conten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17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7"/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89" name="Google Shape;18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2450" y="2249238"/>
            <a:ext cx="4290990" cy="441337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190EDBE-42C7-8577-2262-B01D520296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94960" y="1761785"/>
            <a:ext cx="10346786" cy="626012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8925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le-Play Activiti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169;p16">
            <a:extLst>
              <a:ext uri="{FF2B5EF4-FFF2-40B4-BE49-F238E27FC236}">
                <a16:creationId xmlns:a16="http://schemas.microsoft.com/office/drawing/2014/main" id="{2444B81E-A7F2-DD03-1F7C-99ED49FAF882}"/>
              </a:ext>
            </a:extLst>
          </p:cNvPr>
          <p:cNvPicPr preferRelativeResize="0"/>
          <p:nvPr userDrawn="1"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8C918EE9-73C7-114C-7405-846E29EB7AE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52023" y="4114800"/>
            <a:ext cx="434807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</a:defRPr>
            </a:lvl1pPr>
          </a:lstStyle>
          <a:p>
            <a:pPr marL="228600" lvl="0" indent="-228600" algn="ctr"/>
            <a:r>
              <a:rPr lang="en-US"/>
              <a:t>Topic Name</a:t>
            </a:r>
          </a:p>
        </p:txBody>
      </p:sp>
      <p:pic>
        <p:nvPicPr>
          <p:cNvPr id="9" name="Picture 8" descr="A group of people reading books&#10;&#10;Description automatically generated with low confidence">
            <a:extLst>
              <a:ext uri="{FF2B5EF4-FFF2-40B4-BE49-F238E27FC236}">
                <a16:creationId xmlns:a16="http://schemas.microsoft.com/office/drawing/2014/main" id="{F1D10771-AD41-E153-2D96-91B7FA5508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129" y="2323120"/>
            <a:ext cx="5664389" cy="449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2984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5120">
          <p15:clr>
            <a:srgbClr val="00000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urse-end Project" preserve="1" userDrawn="1">
  <p:cSld name="Course-end Projec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37"/>
          <p:cNvPicPr preferRelativeResize="0"/>
          <p:nvPr/>
        </p:nvPicPr>
        <p:blipFill>
          <a:blip r:embed="rId2"/>
          <a:srcRect/>
          <a:stretch/>
        </p:blipFill>
        <p:spPr>
          <a:xfrm>
            <a:off x="2" y="0"/>
            <a:ext cx="16255996" cy="914399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77;p17">
            <a:extLst>
              <a:ext uri="{FF2B5EF4-FFF2-40B4-BE49-F238E27FC236}">
                <a16:creationId xmlns:a16="http://schemas.microsoft.com/office/drawing/2014/main" id="{662DC3C5-12CB-1B7D-A0D6-88DA0A6525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-10160" y="229878"/>
            <a:ext cx="16276320" cy="687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lv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" panose="020B0604020202020204" pitchFamily="34" charset="0"/>
              <a:buNone/>
              <a:defRPr sz="2800" b="1">
                <a:solidFill>
                  <a:srgbClr val="3F3F3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F575C20-C035-6B61-875E-DFDF9C3950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45052" y="1364776"/>
            <a:ext cx="10303962" cy="6823881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88784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efore the Next Class" preserve="1" userDrawn="1">
  <p:cSld name="Before the Next Clas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40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40"/>
          <p:cNvSpPr/>
          <p:nvPr userDrawn="1"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Before the Next Class</a:t>
            </a:r>
            <a:endParaRPr sz="2800" b="1" dirty="0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9A8AA2E1-D889-F5D4-9C7E-C1EBB43245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37115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at Next?" preserve="1" userDrawn="1">
  <p:cSld name="What Next?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1"/>
          <p:cNvPicPr preferRelativeResize="0"/>
          <p:nvPr/>
        </p:nvPicPr>
        <p:blipFill>
          <a:blip r:embed="rId2"/>
          <a:srcRect/>
          <a:stretch/>
        </p:blipFill>
        <p:spPr>
          <a:xfrm>
            <a:off x="0" y="0"/>
            <a:ext cx="16255999" cy="9143999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41"/>
          <p:cNvSpPr/>
          <p:nvPr/>
        </p:nvSpPr>
        <p:spPr>
          <a:xfrm>
            <a:off x="2464058" y="762715"/>
            <a:ext cx="48199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spAutoFit/>
          </a:bodyPr>
          <a:lstStyle/>
          <a:p>
            <a:pPr marL="0" lvl="0" indent="0" algn="ctr">
              <a:buSzPts val="2800"/>
              <a:buNone/>
            </a:pPr>
            <a:r>
              <a:rPr lang="en-US" sz="2800" b="1" dirty="0">
                <a:solidFill>
                  <a:srgbClr val="404040"/>
                </a:solidFill>
                <a:latin typeface="Open Sans"/>
                <a:ea typeface="Open Sans"/>
                <a:cs typeface="Open Sans"/>
                <a:sym typeface="Open Sans"/>
              </a:rPr>
              <a:t>What’s Next?</a:t>
            </a:r>
            <a:endParaRPr sz="2800" b="1" dirty="0">
              <a:solidFill>
                <a:srgbClr val="404040"/>
              </a:solidFill>
              <a:latin typeface="Open Sans"/>
              <a:ea typeface="Open Sans"/>
              <a:cs typeface="Open Sans"/>
              <a:sym typeface="Arial"/>
            </a:endParaRPr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57DB387E-1A29-1EE9-8E02-0C57BA6B68C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5084" y="1364776"/>
            <a:ext cx="8439490" cy="68238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457200" indent="0">
              <a:lnSpc>
                <a:spcPct val="114000"/>
              </a:lnSpc>
              <a:spcBef>
                <a:spcPts val="1000"/>
              </a:spcBef>
              <a:buFontTx/>
              <a:buNone/>
              <a:defRPr sz="2200">
                <a:solidFill>
                  <a:srgbClr val="40404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956303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_for_whatnext_nextcla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FEACA45-46CE-3149-F1F8-368C0B35FE0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0649" y="1377162"/>
            <a:ext cx="8439490" cy="6815160"/>
          </a:xfrm>
        </p:spPr>
        <p:txBody>
          <a:bodyPr/>
          <a:lstStyle>
            <a:lvl1pPr marL="0" indent="0">
              <a:buNone/>
              <a:defRPr/>
            </a:lvl1pPr>
            <a:lvl3pPr marL="1143000" indent="-228600">
              <a:buFont typeface="Courier New" panose="02070309020205020404" pitchFamily="49" charset="0"/>
              <a:buChar char="o"/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032794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B8547DCB-0B93-88B9-E345-AFD101D6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7363"/>
            <a:ext cx="14020800" cy="17668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lvl="0" indent="0">
              <a:lnSpc>
                <a:spcPct val="114000"/>
              </a:lnSpc>
              <a:spcBef>
                <a:spcPts val="0"/>
              </a:spcBef>
              <a:buFont typeface="Arial" panose="020B0604020202020204" pitchFamily="34" charset="0"/>
            </a:pPr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4140D4C3-76A5-7AB4-F1FA-F4CE290D1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3638"/>
            <a:ext cx="14020800" cy="580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lvl="0" indent="0">
              <a:lnSpc>
                <a:spcPct val="114000"/>
              </a:lnSpc>
              <a:buNone/>
            </a:pPr>
            <a:r>
              <a:rPr lang="en-GB"/>
              <a:t>Click to edit Master text styles</a:t>
            </a:r>
          </a:p>
          <a:p>
            <a:pPr lvl="1">
              <a:lnSpc>
                <a:spcPct val="114000"/>
              </a:lnSpc>
              <a:spcBef>
                <a:spcPts val="1000"/>
              </a:spcBef>
            </a:pPr>
            <a:r>
              <a:rPr lang="en-GB"/>
              <a:t>Second level</a:t>
            </a:r>
          </a:p>
          <a:p>
            <a:pPr lvl="2">
              <a:lnSpc>
                <a:spcPct val="114000"/>
              </a:lnSpc>
              <a:spcBef>
                <a:spcPts val="1000"/>
              </a:spcBef>
              <a:buSzPct val="100000"/>
              <a:buFont typeface="Courier New" panose="02070309020205020404" pitchFamily="49" charset="0"/>
              <a:buChar char="o"/>
            </a:pPr>
            <a:r>
              <a:rPr lang="en-GB"/>
              <a:t>Third level</a:t>
            </a:r>
          </a:p>
        </p:txBody>
      </p:sp>
      <p:pic>
        <p:nvPicPr>
          <p:cNvPr id="3" name="Picture 2" descr="A picture containing black, darkness&#10;&#10;Description automatically generated" hidden="1">
            <a:extLst>
              <a:ext uri="{FF2B5EF4-FFF2-40B4-BE49-F238E27FC236}">
                <a16:creationId xmlns:a16="http://schemas.microsoft.com/office/drawing/2014/main" id="{D0996812-ACEF-2708-D65E-97AE86E32B5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593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706" r:id="rId13"/>
    <p:sldLayoutId id="2147483707" r:id="rId14"/>
    <p:sldLayoutId id="2147483708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</p:sldLayoutIdLst>
  <p:txStyles>
    <p:titleStyle>
      <a:lvl1pPr algn="l" defTabSz="914400" rtl="0" eaLnBrk="1" latinLnBrk="0" hangingPunct="1">
        <a:lnSpc>
          <a:spcPct val="114000"/>
        </a:lnSpc>
        <a:spcBef>
          <a:spcPct val="0"/>
        </a:spcBef>
        <a:buNone/>
        <a:defRPr lang="en-US" sz="2200" kern="1200" dirty="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14000"/>
        </a:lnSpc>
        <a:spcBef>
          <a:spcPts val="10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6858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1143000" indent="-228600" algn="l" defTabSz="914400" rtl="0" eaLnBrk="1" latinLnBrk="0" hangingPunct="1">
        <a:lnSpc>
          <a:spcPct val="114000"/>
        </a:lnSpc>
        <a:spcBef>
          <a:spcPts val="500"/>
        </a:spcBef>
        <a:buFont typeface="Arial" panose="020B0604020202020204" pitchFamily="34" charset="0"/>
        <a:buChar char="•"/>
        <a:defRPr lang="en-GB" sz="2200" kern="1200">
          <a:solidFill>
            <a:schemeClr val="tx1">
              <a:lumMod val="75000"/>
              <a:lumOff val="25000"/>
            </a:schemeClr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6" userDrawn="1">
          <p15:clr>
            <a:srgbClr val="5ACBF0"/>
          </p15:clr>
        </p15:guide>
        <p15:guide id="2" pos="5120" userDrawn="1">
          <p15:clr>
            <a:srgbClr val="000000"/>
          </p15:clr>
        </p15:guide>
        <p15:guide id="3" orient="horz" pos="2880" userDrawn="1">
          <p15:clr>
            <a:srgbClr val="000000"/>
          </p15:clr>
        </p15:guide>
        <p15:guide id="4" orient="horz" pos="5184" userDrawn="1">
          <p15:clr>
            <a:srgbClr val="5ACBF0"/>
          </p15:clr>
        </p15:guide>
        <p15:guide id="5" pos="1016" userDrawn="1">
          <p15:clr>
            <a:srgbClr val="5ACBF0"/>
          </p15:clr>
        </p15:guide>
        <p15:guide id="6" pos="512" userDrawn="1">
          <p15:clr>
            <a:srgbClr val="F26B43"/>
          </p15:clr>
        </p15:guide>
        <p15:guide id="7" pos="9224" userDrawn="1">
          <p15:clr>
            <a:srgbClr val="5ACBF0"/>
          </p15:clr>
        </p15:guide>
        <p15:guide id="8" pos="9728" userDrawn="1">
          <p15:clr>
            <a:srgbClr val="F26B43"/>
          </p15:clr>
        </p15:guide>
        <p15:guide id="9" orient="horz" pos="288" userDrawn="1">
          <p15:clr>
            <a:srgbClr val="F26B43"/>
          </p15:clr>
        </p15:guide>
        <p15:guide id="10" orient="horz" pos="5472" userDrawn="1">
          <p15:clr>
            <a:srgbClr val="F26B43"/>
          </p15:clr>
        </p15:guide>
        <p15:guide id="11" pos="8576" userDrawn="1">
          <p15:clr>
            <a:srgbClr val="5ACBF0"/>
          </p15:clr>
        </p15:guide>
        <p15:guide id="12" pos="8192" userDrawn="1">
          <p15:clr>
            <a:srgbClr val="5ACBF0"/>
          </p15:clr>
        </p15:guide>
        <p15:guide id="13" pos="1664" userDrawn="1">
          <p15:clr>
            <a:srgbClr val="5ACBF0"/>
          </p15:clr>
        </p15:guide>
        <p15:guide id="14" pos="2048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490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F626C-7313-060A-C0AE-3C43A656396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NumPy is used for building dynamic websites.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54813-1A6D-66C9-210D-9F2F27C0DEA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2067234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NumPy is used primarily for mathematical operations in science and engineering applications.</a:t>
            </a:r>
            <a:endParaRPr lang="en-US" dirty="0">
              <a:sym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CF9FF-6AA8-0983-9514-533BF723CF1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NumPy is used for image and speech recognition.</a:t>
            </a:r>
            <a:endParaRPr lang="en-US" dirty="0">
              <a:sym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4AF79CB-277E-7DC3-38E7-FBECD15DB75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NumPy is used for building mobile applications.</a:t>
            </a:r>
            <a:endParaRPr lang="en-US" dirty="0">
              <a:sym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A1E18F2-7BAA-8095-CBC0-2578E56887B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What is NumPy, and what is it used for?</a:t>
            </a:r>
          </a:p>
        </p:txBody>
      </p:sp>
      <p:sp>
        <p:nvSpPr>
          <p:cNvPr id="679" name="Google Shape;679;g7d92b845a2_0_207"/>
          <p:cNvSpPr txBox="1"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ym typeface="Open San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80278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ED8BFB0-0251-3C8E-9A6C-82F012B64F7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51201" y="7277661"/>
            <a:ext cx="8834438" cy="584200"/>
          </a:xfrm>
        </p:spPr>
        <p:txBody>
          <a:bodyPr/>
          <a:lstStyle/>
          <a:p>
            <a:r>
              <a:rPr lang="en-US" dirty="0"/>
              <a:t> B</a:t>
            </a:r>
            <a:endParaRPr lang="en-IN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98336FE9-B4E8-1479-B770-D7261B930E9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5" y="7935913"/>
            <a:ext cx="13095288" cy="1004887"/>
          </a:xfrm>
        </p:spPr>
        <p:txBody>
          <a:bodyPr/>
          <a:lstStyle/>
          <a:p>
            <a:r>
              <a:rPr lang="en-US" dirty="0"/>
              <a:t>NumPy is used for mathematical operations in science and engineering applications. </a:t>
            </a:r>
            <a:endParaRPr lang="en-IN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3018C76-626C-3136-DF6F-C467CA17F5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NumPy is used for building mobile applications.</a:t>
            </a:r>
            <a:endParaRPr lang="en-US" dirty="0">
              <a:sym typeface="Arial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0E24CE3-F2FE-6403-C498-65E7C15A5F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NumPy is used for image and speech recognition.</a:t>
            </a:r>
            <a:endParaRPr lang="en-US" dirty="0">
              <a:sym typeface="Arial"/>
            </a:endParaRP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7F007C-D9E4-3CE7-ECB9-F3307D0BF8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2181534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NumPy is used primarily for mathematical operations in science and engineering applications.</a:t>
            </a:r>
            <a:endParaRPr lang="en-US" dirty="0">
              <a:sym typeface="Arial"/>
            </a:endParaRPr>
          </a:p>
          <a:p>
            <a:endParaRPr lang="en-IN" dirty="0"/>
          </a:p>
        </p:txBody>
      </p:sp>
      <p:sp>
        <p:nvSpPr>
          <p:cNvPr id="691" name="Google Shape;691;p22"/>
          <p:cNvSpPr txBox="1">
            <a:spLocks noGrp="1"/>
          </p:cNvSpPr>
          <p:nvPr>
            <p:ph type="body" sz="quarter" idx="12"/>
          </p:nvPr>
        </p:nvSpPr>
        <p:spPr>
          <a:xfrm>
            <a:off x="2330450" y="2698180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NumPy is used for building dynamic websites.</a:t>
            </a:r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41D59154-FC39-A5CB-0F8E-B922C84EC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62100" y="1193800"/>
            <a:ext cx="1135063" cy="830263"/>
          </a:xfrm>
        </p:spPr>
        <p:txBody>
          <a:bodyPr/>
          <a:lstStyle/>
          <a:p>
            <a:r>
              <a:rPr lang="en-US" dirty="0"/>
              <a:t>1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BE1385E-01D3-3F1A-B7AD-F0EB9D4FE0C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What is NumPy, and what is it used for?</a:t>
            </a:r>
          </a:p>
        </p:txBody>
      </p:sp>
    </p:spTree>
    <p:extLst>
      <p:ext uri="{BB962C8B-B14F-4D97-AF65-F5344CB8AC3E}">
        <p14:creationId xmlns:p14="http://schemas.microsoft.com/office/powerpoint/2010/main" val="4481570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55B1E9-45C7-03FB-50F3-52BDA547BB9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ndim, shape, size, dtype, itemsize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099E8-E89F-C489-8E75-178CBE67EC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ndim, shape, dtype, data, index</a:t>
            </a:r>
            <a:endParaRPr lang="en-US" dirty="0">
              <a:sym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8FC3DD-B463-7ECD-3D00-5B6A9656A2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ndim, size, dtype, itemsize, data</a:t>
            </a:r>
            <a:endParaRPr lang="en-US" dirty="0">
              <a:sym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164F55-E8D3-FE36-F6D8-9468B86186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ndim, index, dtype, itemsize, shape</a:t>
            </a:r>
            <a:endParaRPr lang="en-US" dirty="0">
              <a:sym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4839E0F-A48D-021E-0F34-DB1FD7069A6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What are the key attributes of ndarray?</a:t>
            </a:r>
            <a:endParaRPr lang="en-US" dirty="0"/>
          </a:p>
        </p:txBody>
      </p:sp>
      <p:sp>
        <p:nvSpPr>
          <p:cNvPr id="679" name="Google Shape;679;g7d92b845a2_0_207"/>
          <p:cNvSpPr txBox="1"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ym typeface="Open Sans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690568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CF62C2E-4594-598F-B111-33F6721FEEB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51201" y="7277661"/>
            <a:ext cx="8834438" cy="584200"/>
          </a:xfrm>
        </p:spPr>
        <p:txBody>
          <a:bodyPr/>
          <a:lstStyle/>
          <a:p>
            <a:r>
              <a:rPr lang="en-US" dirty="0"/>
              <a:t> A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34E4722-6B8E-7BC9-7F47-AB17A249CCE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5" y="7935913"/>
            <a:ext cx="13095288" cy="1004887"/>
          </a:xfrm>
        </p:spPr>
        <p:txBody>
          <a:bodyPr/>
          <a:lstStyle/>
          <a:p>
            <a:r>
              <a:rPr lang="en-US" dirty="0"/>
              <a:t>The key attributes of ndarray are ndim, shape, size, dtype, itemsize.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3950A5-E909-EAF4-D3FE-6217391F891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ndim, index, dtype, itemsize, shape</a:t>
            </a:r>
            <a:endParaRPr lang="en-US" dirty="0"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3BE10F-4B6C-6B6F-B5E0-6B058E14F92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ndim, size, dtype, itemsize, data</a:t>
            </a:r>
            <a:endParaRPr lang="en-US" dirty="0">
              <a:sym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3CDDF5B-7133-0D8A-5EC6-D14967D28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ndim, shape, dtype, data, index</a:t>
            </a:r>
            <a:endParaRPr lang="en-US" dirty="0">
              <a:sym typeface="Arial"/>
            </a:endParaRPr>
          </a:p>
        </p:txBody>
      </p:sp>
      <p:sp>
        <p:nvSpPr>
          <p:cNvPr id="691" name="Google Shape;691;p22"/>
          <p:cNvSpPr txBox="1">
            <a:spLocks noGrp="1"/>
          </p:cNvSpPr>
          <p:nvPr>
            <p:ph type="body" sz="quarter" idx="12"/>
          </p:nvPr>
        </p:nvSpPr>
        <p:spPr>
          <a:xfrm>
            <a:off x="2330450" y="2698180"/>
            <a:ext cx="11250613" cy="836613"/>
          </a:xfrm>
        </p:spPr>
        <p:txBody>
          <a:bodyPr/>
          <a:lstStyle/>
          <a:p>
            <a:pPr lvl="0"/>
            <a:r>
              <a:rPr lang="en-US" dirty="0">
                <a:sym typeface="Open Sans"/>
              </a:rPr>
              <a:t>ndim, shape, size, dtype, itemsize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F56146CB-845D-E46B-0CD9-7D82DAB539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>
              <a:tabLst>
                <a:tab pos="3225800" algn="l"/>
              </a:tabLst>
            </a:pPr>
            <a:r>
              <a:rPr lang="en-US" dirty="0">
                <a:sym typeface="Open Sans"/>
              </a:rPr>
              <a:t>What are the key attributes of ndarray?</a:t>
            </a:r>
            <a:endParaRPr lang="en-US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0F221EC-745E-C867-333B-0E3759CD16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944235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84CAC-7EF3-8BA5-DFC7-BC440E2907B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ndarray.reshape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1C8703-4480-F310-80FB-BB3CCC720A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ndarray.transpose</a:t>
            </a:r>
            <a:endParaRPr lang="en-US" dirty="0">
              <a:sym typeface="Arial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4F7201-F55E-44A5-4D1C-2303080051F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ndarray.data</a:t>
            </a:r>
            <a:endParaRPr lang="en-US" dirty="0">
              <a:sym typeface="Arial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90BA058-7DC7-44D5-6D8B-777A607CCB1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ndarray.flatten</a:t>
            </a:r>
            <a:endParaRPr lang="en-US" dirty="0">
              <a:sym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ECB6762-7555-1007-5E27-773D7A8811E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>
                <a:sym typeface="Open Sans"/>
              </a:rPr>
              <a:t>Which of the following is used to change the dimension of an array?</a:t>
            </a:r>
          </a:p>
        </p:txBody>
      </p:sp>
      <p:sp>
        <p:nvSpPr>
          <p:cNvPr id="679" name="Google Shape;679;g7d92b845a2_0_207"/>
          <p:cNvSpPr txBox="1"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/>
            <a:r>
              <a:rPr lang="en-US" dirty="0">
                <a:sym typeface="Open San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0118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3B342E1-DBF8-FD12-B7CF-ED446896B07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51201" y="7277661"/>
            <a:ext cx="8834438" cy="584200"/>
          </a:xfrm>
        </p:spPr>
        <p:txBody>
          <a:bodyPr/>
          <a:lstStyle/>
          <a:p>
            <a:r>
              <a:rPr lang="en-US" dirty="0"/>
              <a:t> A</a:t>
            </a:r>
            <a:endParaRPr lang="en-IN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EA224FF-0079-E59C-249B-06D1BDDF0B3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9925" y="7935913"/>
            <a:ext cx="13095288" cy="1004887"/>
          </a:xfrm>
        </p:spPr>
        <p:txBody>
          <a:bodyPr/>
          <a:lstStyle/>
          <a:p>
            <a:r>
              <a:rPr lang="en-US" dirty="0"/>
              <a:t>ndarray.reshape is used to change the dimension of an array.</a:t>
            </a:r>
            <a:endParaRPr lang="en-IN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22D6352E-B246-6B5E-4F83-AF0DADF1E60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38682" y="5511422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ndarray.flatten</a:t>
            </a:r>
            <a:endParaRPr lang="en-US" dirty="0">
              <a:sym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F58FE-000F-79EA-1C71-BA641925294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334566" y="4568181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ndarray.data</a:t>
            </a:r>
            <a:endParaRPr lang="en-US" dirty="0">
              <a:sym typeface="Arial"/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DC7D739-FDCD-DF61-FC61-E0BE312568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34566" y="3629064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ndarray.transpose</a:t>
            </a:r>
            <a:endParaRPr lang="en-US" dirty="0">
              <a:sym typeface="Arial"/>
            </a:endParaRPr>
          </a:p>
        </p:txBody>
      </p:sp>
      <p:sp>
        <p:nvSpPr>
          <p:cNvPr id="691" name="Google Shape;691;p22"/>
          <p:cNvSpPr txBox="1">
            <a:spLocks noGrp="1"/>
          </p:cNvSpPr>
          <p:nvPr>
            <p:ph type="body" sz="quarter" idx="12"/>
          </p:nvPr>
        </p:nvSpPr>
        <p:spPr>
          <a:xfrm>
            <a:off x="2330450" y="2698180"/>
            <a:ext cx="11250613" cy="836613"/>
          </a:xfrm>
        </p:spPr>
        <p:txBody>
          <a:bodyPr/>
          <a:lstStyle/>
          <a:p>
            <a:r>
              <a:rPr lang="en-US" dirty="0">
                <a:sym typeface="Open Sans"/>
              </a:rPr>
              <a:t>ndarray.reshape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0144FF-7B65-5563-7153-7E978410CF8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562390" y="1193800"/>
            <a:ext cx="1135063" cy="830263"/>
          </a:xfrm>
        </p:spPr>
        <p:txBody>
          <a:bodyPr/>
          <a:lstStyle/>
          <a:p>
            <a:r>
              <a:rPr lang="en-US" dirty="0"/>
              <a:t>3</a:t>
            </a:r>
            <a:endParaRPr lang="en-IN" dirty="0"/>
          </a:p>
        </p:txBody>
      </p:sp>
      <p:sp>
        <p:nvSpPr>
          <p:cNvPr id="690" name="Google Shape;690;p22"/>
          <p:cNvSpPr txBox="1">
            <a:spLocks noGrp="1"/>
          </p:cNvSpPr>
          <p:nvPr>
            <p:ph type="body" sz="quarter" idx="11"/>
          </p:nvPr>
        </p:nvSpPr>
        <p:spPr>
          <a:xfrm>
            <a:off x="2967015" y="578759"/>
            <a:ext cx="12401573" cy="1447009"/>
          </a:xfrm>
        </p:spPr>
        <p:txBody>
          <a:bodyPr/>
          <a:lstStyle/>
          <a:p>
            <a:r>
              <a:rPr lang="en-US" dirty="0">
                <a:sym typeface="Open Sans"/>
              </a:rPr>
              <a:t>Which of the following is used to change the dimension of an array?</a:t>
            </a:r>
          </a:p>
        </p:txBody>
      </p:sp>
    </p:spTree>
    <p:extLst>
      <p:ext uri="{BB962C8B-B14F-4D97-AF65-F5344CB8AC3E}">
        <p14:creationId xmlns:p14="http://schemas.microsoft.com/office/powerpoint/2010/main" val="1796960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9"/>
          <p:cNvSpPr txBox="1">
            <a:spLocks noGrp="1"/>
          </p:cNvSpPr>
          <p:nvPr>
            <p:ph type="body" idx="10"/>
          </p:nvPr>
        </p:nvSpPr>
        <p:spPr/>
        <p:txBody>
          <a:bodyPr/>
          <a:lstStyle/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97532771"/>
      </p:ext>
    </p:extLst>
  </p:cSld>
  <p:clrMapOvr>
    <a:masterClrMapping/>
  </p:clrMapOvr>
</p:sld>
</file>

<file path=ppt/theme/theme1.xml><?xml version="1.0" encoding="utf-8"?>
<a:theme xmlns:a="http://schemas.openxmlformats.org/drawingml/2006/main" name="2023_LV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987</TotalTime>
  <Words>293</Words>
  <Application>Microsoft Office PowerPoint</Application>
  <PresentationFormat>Custom</PresentationFormat>
  <Paragraphs>43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Courier New</vt:lpstr>
      <vt:lpstr>Open Sans</vt:lpstr>
      <vt:lpstr>2023_LVC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Alok Parashar</dc:creator>
  <cp:lastModifiedBy>Aishwarya B</cp:lastModifiedBy>
  <cp:revision>38</cp:revision>
  <dcterms:created xsi:type="dcterms:W3CDTF">2023-05-19T12:36:11Z</dcterms:created>
  <dcterms:modified xsi:type="dcterms:W3CDTF">2023-12-21T13:42:15Z</dcterms:modified>
</cp:coreProperties>
</file>